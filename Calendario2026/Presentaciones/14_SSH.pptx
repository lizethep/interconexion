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7" r:id="rId2"/>
    <p:sldId id="322" r:id="rId3"/>
    <p:sldId id="324" r:id="rId4"/>
    <p:sldId id="323" r:id="rId5"/>
    <p:sldId id="325" r:id="rId6"/>
    <p:sldId id="326" r:id="rId7"/>
    <p:sldId id="327" r:id="rId8"/>
    <p:sldId id="328" r:id="rId9"/>
  </p:sldIdLst>
  <p:sldSz cx="9144000" cy="6858000" type="screen4x3"/>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2200"/>
    <a:srgbClr val="050AC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44EC16-9916-4C09-8025-9976B3A89EC8}" v="4" dt="2026-06-01T18:41:43.986"/>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13" autoAdjust="0"/>
    <p:restoredTop sz="92819" autoAdjust="0"/>
  </p:normalViewPr>
  <p:slideViewPr>
    <p:cSldViewPr>
      <p:cViewPr varScale="1">
        <p:scale>
          <a:sx n="115" d="100"/>
          <a:sy n="115" d="100"/>
        </p:scale>
        <p:origin x="1506"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zethe Pérez Fuertes" userId="4ae9ef87-2a7d-42f8-8dfa-0a501a9e2ff4" providerId="ADAL" clId="{FDDD45CB-1330-4033-A842-3D2746AFF7C7}"/>
    <pc:docChg chg="undo custSel addSld modSld">
      <pc:chgData name="Lizethe Pérez Fuertes" userId="4ae9ef87-2a7d-42f8-8dfa-0a501a9e2ff4" providerId="ADAL" clId="{FDDD45CB-1330-4033-A842-3D2746AFF7C7}" dt="2026-06-01T18:42:24.485" v="24" actId="1076"/>
      <pc:docMkLst>
        <pc:docMk/>
      </pc:docMkLst>
      <pc:sldChg chg="delSp modSp add mod">
        <pc:chgData name="Lizethe Pérez Fuertes" userId="4ae9ef87-2a7d-42f8-8dfa-0a501a9e2ff4" providerId="ADAL" clId="{FDDD45CB-1330-4033-A842-3D2746AFF7C7}" dt="2026-06-01T18:42:24.485" v="24" actId="1076"/>
        <pc:sldMkLst>
          <pc:docMk/>
          <pc:sldMk cId="3330763678" sldId="328"/>
        </pc:sldMkLst>
        <pc:spChg chg="mod">
          <ac:chgData name="Lizethe Pérez Fuertes" userId="4ae9ef87-2a7d-42f8-8dfa-0a501a9e2ff4" providerId="ADAL" clId="{FDDD45CB-1330-4033-A842-3D2746AFF7C7}" dt="2026-06-01T18:42:24.485" v="24" actId="1076"/>
          <ac:spMkLst>
            <pc:docMk/>
            <pc:sldMk cId="3330763678" sldId="328"/>
            <ac:spMk id="8" creationId="{D9896FC8-B10F-36A8-249A-EE6B52E85936}"/>
          </ac:spMkLst>
        </pc:spChg>
        <pc:picChg chg="del">
          <ac:chgData name="Lizethe Pérez Fuertes" userId="4ae9ef87-2a7d-42f8-8dfa-0a501a9e2ff4" providerId="ADAL" clId="{FDDD45CB-1330-4033-A842-3D2746AFF7C7}" dt="2026-06-01T18:40:42.706" v="10" actId="478"/>
          <ac:picMkLst>
            <pc:docMk/>
            <pc:sldMk cId="3330763678" sldId="328"/>
            <ac:picMk id="4" creationId="{59D7176C-F49B-E474-5E9C-2581935D5E5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MX" dirty="0"/>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D445F07-8756-451B-A938-0248325FC7BB}" type="datetimeFigureOut">
              <a:rPr lang="es-MX" smtClean="0"/>
              <a:t>01/06/2026</a:t>
            </a:fld>
            <a:endParaRPr lang="es-MX" dirty="0"/>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MX" dirty="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MX" dirty="0"/>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993AEC0-242E-4FA7-9D3C-51E1036AC3CB}" type="slidenum">
              <a:rPr lang="es-MX" smtClean="0"/>
              <a:t>‹Nº›</a:t>
            </a:fld>
            <a:endParaRPr lang="es-MX" dirty="0"/>
          </a:p>
        </p:txBody>
      </p:sp>
    </p:spTree>
    <p:extLst>
      <p:ext uri="{BB962C8B-B14F-4D97-AF65-F5344CB8AC3E}">
        <p14:creationId xmlns:p14="http://schemas.microsoft.com/office/powerpoint/2010/main" val="38170667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MX" dirty="0"/>
          </a:p>
        </p:txBody>
      </p:sp>
      <p:sp>
        <p:nvSpPr>
          <p:cNvPr id="4" name="3 Marcador de número de diapositiva"/>
          <p:cNvSpPr>
            <a:spLocks noGrp="1"/>
          </p:cNvSpPr>
          <p:nvPr>
            <p:ph type="sldNum" sz="quarter" idx="10"/>
          </p:nvPr>
        </p:nvSpPr>
        <p:spPr/>
        <p:txBody>
          <a:bodyPr/>
          <a:lstStyle/>
          <a:p>
            <a:fld id="{5993AEC0-242E-4FA7-9D3C-51E1036AC3CB}" type="slidenum">
              <a:rPr lang="es-MX" smtClean="0"/>
              <a:t>1</a:t>
            </a:fld>
            <a:endParaRPr lang="es-MX" dirty="0"/>
          </a:p>
        </p:txBody>
      </p:sp>
    </p:spTree>
    <p:extLst>
      <p:ext uri="{BB962C8B-B14F-4D97-AF65-F5344CB8AC3E}">
        <p14:creationId xmlns:p14="http://schemas.microsoft.com/office/powerpoint/2010/main" val="14854257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extLst>
      <p:ext uri="{BB962C8B-B14F-4D97-AF65-F5344CB8AC3E}">
        <p14:creationId xmlns:p14="http://schemas.microsoft.com/office/powerpoint/2010/main" val="7665151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extLst>
      <p:ext uri="{BB962C8B-B14F-4D97-AF65-F5344CB8AC3E}">
        <p14:creationId xmlns:p14="http://schemas.microsoft.com/office/powerpoint/2010/main" val="41792562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extLst>
      <p:ext uri="{BB962C8B-B14F-4D97-AF65-F5344CB8AC3E}">
        <p14:creationId xmlns:p14="http://schemas.microsoft.com/office/powerpoint/2010/main" val="34738171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extLst>
      <p:ext uri="{BB962C8B-B14F-4D97-AF65-F5344CB8AC3E}">
        <p14:creationId xmlns:p14="http://schemas.microsoft.com/office/powerpoint/2010/main" val="13249306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10015-0466-FB14-F91E-31E4F0A633FF}"/>
            </a:ext>
          </a:extLst>
        </p:cNvPr>
        <p:cNvGrpSpPr/>
        <p:nvPr/>
      </p:nvGrpSpPr>
      <p:grpSpPr>
        <a:xfrm>
          <a:off x="0" y="0"/>
          <a:ext cx="0" cy="0"/>
          <a:chOff x="0" y="0"/>
          <a:chExt cx="0" cy="0"/>
        </a:xfrm>
      </p:grpSpPr>
      <p:sp>
        <p:nvSpPr>
          <p:cNvPr id="2" name="Notes Placeholder">
            <a:extLst>
              <a:ext uri="{FF2B5EF4-FFF2-40B4-BE49-F238E27FC236}">
                <a16:creationId xmlns:a16="http://schemas.microsoft.com/office/drawing/2014/main" id="{F583C4EA-2726-0F98-1C12-E60574888871}"/>
              </a:ext>
            </a:extLst>
          </p:cNvPr>
          <p:cNvSpPr>
            <a:spLocks noGrp="1"/>
          </p:cNvSpPr>
          <p:nvPr>
            <p:ph type="body" idx="1"/>
          </p:nvPr>
        </p:nvSpPr>
        <p:spPr/>
        <p:txBody>
          <a:bodyPr>
            <a:normAutofit/>
          </a:bodyPr>
          <a:lstStyle/>
          <a:p>
            <a:endParaRPr/>
          </a:p>
        </p:txBody>
      </p:sp>
    </p:spTree>
    <p:extLst>
      <p:ext uri="{BB962C8B-B14F-4D97-AF65-F5344CB8AC3E}">
        <p14:creationId xmlns:p14="http://schemas.microsoft.com/office/powerpoint/2010/main" val="35541329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F4749-00DE-D912-1660-3106A2EACF47}"/>
            </a:ext>
          </a:extLst>
        </p:cNvPr>
        <p:cNvGrpSpPr/>
        <p:nvPr/>
      </p:nvGrpSpPr>
      <p:grpSpPr>
        <a:xfrm>
          <a:off x="0" y="0"/>
          <a:ext cx="0" cy="0"/>
          <a:chOff x="0" y="0"/>
          <a:chExt cx="0" cy="0"/>
        </a:xfrm>
      </p:grpSpPr>
      <p:sp>
        <p:nvSpPr>
          <p:cNvPr id="2" name="Notes Placeholder">
            <a:extLst>
              <a:ext uri="{FF2B5EF4-FFF2-40B4-BE49-F238E27FC236}">
                <a16:creationId xmlns:a16="http://schemas.microsoft.com/office/drawing/2014/main" id="{663554E5-F9B3-0344-C5BD-71CAEFA1ABF9}"/>
              </a:ext>
            </a:extLst>
          </p:cNvPr>
          <p:cNvSpPr>
            <a:spLocks noGrp="1"/>
          </p:cNvSpPr>
          <p:nvPr>
            <p:ph type="body" idx="1"/>
          </p:nvPr>
        </p:nvSpPr>
        <p:spPr/>
        <p:txBody>
          <a:bodyPr>
            <a:normAutofit/>
          </a:bodyPr>
          <a:lstStyle/>
          <a:p>
            <a:endParaRPr/>
          </a:p>
        </p:txBody>
      </p:sp>
    </p:spTree>
    <p:extLst>
      <p:ext uri="{BB962C8B-B14F-4D97-AF65-F5344CB8AC3E}">
        <p14:creationId xmlns:p14="http://schemas.microsoft.com/office/powerpoint/2010/main" val="33950774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endParaRPr lang="es-MX"/>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MX"/>
          </a:p>
        </p:txBody>
      </p:sp>
      <p:sp>
        <p:nvSpPr>
          <p:cNvPr id="4" name="3 Marcador de fecha"/>
          <p:cNvSpPr>
            <a:spLocks noGrp="1"/>
          </p:cNvSpPr>
          <p:nvPr>
            <p:ph type="dt" sz="half" idx="10"/>
          </p:nvPr>
        </p:nvSpPr>
        <p:spPr/>
        <p:txBody>
          <a:bodyPr/>
          <a:lstStyle/>
          <a:p>
            <a:fld id="{5E75A0DC-66C6-4CEC-A5EB-F8C97CEC3796}" type="datetimeFigureOut">
              <a:rPr lang="es-MX" smtClean="0"/>
              <a:t>01/06/2026</a:t>
            </a:fld>
            <a:endParaRPr lang="es-MX" dirty="0"/>
          </a:p>
        </p:txBody>
      </p:sp>
      <p:sp>
        <p:nvSpPr>
          <p:cNvPr id="5" name="4 Marcador de pie de página"/>
          <p:cNvSpPr>
            <a:spLocks noGrp="1"/>
          </p:cNvSpPr>
          <p:nvPr>
            <p:ph type="ftr" sz="quarter" idx="11"/>
          </p:nvPr>
        </p:nvSpPr>
        <p:spPr/>
        <p:txBody>
          <a:bodyPr/>
          <a:lstStyle/>
          <a:p>
            <a:endParaRPr lang="es-MX" dirty="0"/>
          </a:p>
        </p:txBody>
      </p:sp>
      <p:sp>
        <p:nvSpPr>
          <p:cNvPr id="6" name="5 Marcador de número de diapositiva"/>
          <p:cNvSpPr>
            <a:spLocks noGrp="1"/>
          </p:cNvSpPr>
          <p:nvPr>
            <p:ph type="sldNum" sz="quarter" idx="12"/>
          </p:nvPr>
        </p:nvSpPr>
        <p:spPr/>
        <p:txBody>
          <a:bodyPr/>
          <a:lstStyle/>
          <a:p>
            <a:fld id="{C077EE1E-7A06-4E7F-9AFB-189FC69B7B0C}" type="slidenum">
              <a:rPr lang="es-MX" smtClean="0"/>
              <a:t>‹Nº›</a:t>
            </a:fld>
            <a:endParaRPr lang="es-MX" dirty="0"/>
          </a:p>
        </p:txBody>
      </p:sp>
    </p:spTree>
    <p:extLst>
      <p:ext uri="{BB962C8B-B14F-4D97-AF65-F5344CB8AC3E}">
        <p14:creationId xmlns:p14="http://schemas.microsoft.com/office/powerpoint/2010/main" val="4231367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MX"/>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fecha"/>
          <p:cNvSpPr>
            <a:spLocks noGrp="1"/>
          </p:cNvSpPr>
          <p:nvPr>
            <p:ph type="dt" sz="half" idx="10"/>
          </p:nvPr>
        </p:nvSpPr>
        <p:spPr/>
        <p:txBody>
          <a:bodyPr/>
          <a:lstStyle/>
          <a:p>
            <a:fld id="{5E75A0DC-66C6-4CEC-A5EB-F8C97CEC3796}" type="datetimeFigureOut">
              <a:rPr lang="es-MX" smtClean="0"/>
              <a:t>01/06/2026</a:t>
            </a:fld>
            <a:endParaRPr lang="es-MX" dirty="0"/>
          </a:p>
        </p:txBody>
      </p:sp>
      <p:sp>
        <p:nvSpPr>
          <p:cNvPr id="5" name="4 Marcador de pie de página"/>
          <p:cNvSpPr>
            <a:spLocks noGrp="1"/>
          </p:cNvSpPr>
          <p:nvPr>
            <p:ph type="ftr" sz="quarter" idx="11"/>
          </p:nvPr>
        </p:nvSpPr>
        <p:spPr/>
        <p:txBody>
          <a:bodyPr/>
          <a:lstStyle/>
          <a:p>
            <a:endParaRPr lang="es-MX" dirty="0"/>
          </a:p>
        </p:txBody>
      </p:sp>
      <p:sp>
        <p:nvSpPr>
          <p:cNvPr id="6" name="5 Marcador de número de diapositiva"/>
          <p:cNvSpPr>
            <a:spLocks noGrp="1"/>
          </p:cNvSpPr>
          <p:nvPr>
            <p:ph type="sldNum" sz="quarter" idx="12"/>
          </p:nvPr>
        </p:nvSpPr>
        <p:spPr/>
        <p:txBody>
          <a:bodyPr/>
          <a:lstStyle/>
          <a:p>
            <a:fld id="{C077EE1E-7A06-4E7F-9AFB-189FC69B7B0C}" type="slidenum">
              <a:rPr lang="es-MX" smtClean="0"/>
              <a:t>‹Nº›</a:t>
            </a:fld>
            <a:endParaRPr lang="es-MX" dirty="0"/>
          </a:p>
        </p:txBody>
      </p:sp>
    </p:spTree>
    <p:extLst>
      <p:ext uri="{BB962C8B-B14F-4D97-AF65-F5344CB8AC3E}">
        <p14:creationId xmlns:p14="http://schemas.microsoft.com/office/powerpoint/2010/main" val="573379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MX"/>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5E75A0DC-66C6-4CEC-A5EB-F8C97CEC3796}" type="datetimeFigureOut">
              <a:rPr lang="es-MX" smtClean="0"/>
              <a:t>01/06/2026</a:t>
            </a:fld>
            <a:endParaRPr lang="es-MX" dirty="0"/>
          </a:p>
        </p:txBody>
      </p:sp>
      <p:sp>
        <p:nvSpPr>
          <p:cNvPr id="5" name="4 Marcador de pie de página"/>
          <p:cNvSpPr>
            <a:spLocks noGrp="1"/>
          </p:cNvSpPr>
          <p:nvPr>
            <p:ph type="ftr" sz="quarter" idx="11"/>
          </p:nvPr>
        </p:nvSpPr>
        <p:spPr/>
        <p:txBody>
          <a:bodyPr/>
          <a:lstStyle/>
          <a:p>
            <a:endParaRPr lang="es-MX" dirty="0"/>
          </a:p>
        </p:txBody>
      </p:sp>
      <p:sp>
        <p:nvSpPr>
          <p:cNvPr id="6" name="5 Marcador de número de diapositiva"/>
          <p:cNvSpPr>
            <a:spLocks noGrp="1"/>
          </p:cNvSpPr>
          <p:nvPr>
            <p:ph type="sldNum" sz="quarter" idx="12"/>
          </p:nvPr>
        </p:nvSpPr>
        <p:spPr/>
        <p:txBody>
          <a:bodyPr/>
          <a:lstStyle/>
          <a:p>
            <a:fld id="{C077EE1E-7A06-4E7F-9AFB-189FC69B7B0C}" type="slidenum">
              <a:rPr lang="es-MX" smtClean="0"/>
              <a:t>‹Nº›</a:t>
            </a:fld>
            <a:endParaRPr lang="es-MX" dirty="0"/>
          </a:p>
        </p:txBody>
      </p:sp>
    </p:spTree>
    <p:extLst>
      <p:ext uri="{BB962C8B-B14F-4D97-AF65-F5344CB8AC3E}">
        <p14:creationId xmlns:p14="http://schemas.microsoft.com/office/powerpoint/2010/main" val="33127862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MX"/>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4 Marcador de fecha"/>
          <p:cNvSpPr>
            <a:spLocks noGrp="1"/>
          </p:cNvSpPr>
          <p:nvPr>
            <p:ph type="dt" sz="half" idx="10"/>
          </p:nvPr>
        </p:nvSpPr>
        <p:spPr/>
        <p:txBody>
          <a:bodyPr/>
          <a:lstStyle/>
          <a:p>
            <a:fld id="{5E75A0DC-66C6-4CEC-A5EB-F8C97CEC3796}" type="datetimeFigureOut">
              <a:rPr lang="es-MX" smtClean="0"/>
              <a:t>01/06/2026</a:t>
            </a:fld>
            <a:endParaRPr lang="es-MX" dirty="0"/>
          </a:p>
        </p:txBody>
      </p:sp>
      <p:sp>
        <p:nvSpPr>
          <p:cNvPr id="6" name="5 Marcador de pie de página"/>
          <p:cNvSpPr>
            <a:spLocks noGrp="1"/>
          </p:cNvSpPr>
          <p:nvPr>
            <p:ph type="ftr" sz="quarter" idx="11"/>
          </p:nvPr>
        </p:nvSpPr>
        <p:spPr/>
        <p:txBody>
          <a:bodyPr/>
          <a:lstStyle/>
          <a:p>
            <a:endParaRPr lang="es-MX" dirty="0"/>
          </a:p>
        </p:txBody>
      </p:sp>
      <p:sp>
        <p:nvSpPr>
          <p:cNvPr id="7" name="6 Marcador de número de diapositiva"/>
          <p:cNvSpPr>
            <a:spLocks noGrp="1"/>
          </p:cNvSpPr>
          <p:nvPr>
            <p:ph type="sldNum" sz="quarter" idx="12"/>
          </p:nvPr>
        </p:nvSpPr>
        <p:spPr/>
        <p:txBody>
          <a:bodyPr/>
          <a:lstStyle/>
          <a:p>
            <a:fld id="{C077EE1E-7A06-4E7F-9AFB-189FC69B7B0C}" type="slidenum">
              <a:rPr lang="es-MX" smtClean="0"/>
              <a:t>‹Nº›</a:t>
            </a:fld>
            <a:endParaRPr lang="es-MX" dirty="0"/>
          </a:p>
        </p:txBody>
      </p:sp>
    </p:spTree>
    <p:extLst>
      <p:ext uri="{BB962C8B-B14F-4D97-AF65-F5344CB8AC3E}">
        <p14:creationId xmlns:p14="http://schemas.microsoft.com/office/powerpoint/2010/main" val="34727605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MX"/>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6 Marcador de fecha"/>
          <p:cNvSpPr>
            <a:spLocks noGrp="1"/>
          </p:cNvSpPr>
          <p:nvPr>
            <p:ph type="dt" sz="half" idx="10"/>
          </p:nvPr>
        </p:nvSpPr>
        <p:spPr/>
        <p:txBody>
          <a:bodyPr/>
          <a:lstStyle/>
          <a:p>
            <a:fld id="{5E75A0DC-66C6-4CEC-A5EB-F8C97CEC3796}" type="datetimeFigureOut">
              <a:rPr lang="es-MX" smtClean="0"/>
              <a:t>01/06/2026</a:t>
            </a:fld>
            <a:endParaRPr lang="es-MX" dirty="0"/>
          </a:p>
        </p:txBody>
      </p:sp>
      <p:sp>
        <p:nvSpPr>
          <p:cNvPr id="8" name="7 Marcador de pie de página"/>
          <p:cNvSpPr>
            <a:spLocks noGrp="1"/>
          </p:cNvSpPr>
          <p:nvPr>
            <p:ph type="ftr" sz="quarter" idx="11"/>
          </p:nvPr>
        </p:nvSpPr>
        <p:spPr/>
        <p:txBody>
          <a:bodyPr/>
          <a:lstStyle/>
          <a:p>
            <a:endParaRPr lang="es-MX" dirty="0"/>
          </a:p>
        </p:txBody>
      </p:sp>
      <p:sp>
        <p:nvSpPr>
          <p:cNvPr id="9" name="8 Marcador de número de diapositiva"/>
          <p:cNvSpPr>
            <a:spLocks noGrp="1"/>
          </p:cNvSpPr>
          <p:nvPr>
            <p:ph type="sldNum" sz="quarter" idx="12"/>
          </p:nvPr>
        </p:nvSpPr>
        <p:spPr/>
        <p:txBody>
          <a:bodyPr/>
          <a:lstStyle/>
          <a:p>
            <a:fld id="{C077EE1E-7A06-4E7F-9AFB-189FC69B7B0C}" type="slidenum">
              <a:rPr lang="es-MX" smtClean="0"/>
              <a:t>‹Nº›</a:t>
            </a:fld>
            <a:endParaRPr lang="es-MX" dirty="0"/>
          </a:p>
        </p:txBody>
      </p:sp>
    </p:spTree>
    <p:extLst>
      <p:ext uri="{BB962C8B-B14F-4D97-AF65-F5344CB8AC3E}">
        <p14:creationId xmlns:p14="http://schemas.microsoft.com/office/powerpoint/2010/main" val="2579156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MX"/>
          </a:p>
        </p:txBody>
      </p:sp>
      <p:sp>
        <p:nvSpPr>
          <p:cNvPr id="3" name="2 Marcador de fecha"/>
          <p:cNvSpPr>
            <a:spLocks noGrp="1"/>
          </p:cNvSpPr>
          <p:nvPr>
            <p:ph type="dt" sz="half" idx="10"/>
          </p:nvPr>
        </p:nvSpPr>
        <p:spPr/>
        <p:txBody>
          <a:bodyPr/>
          <a:lstStyle/>
          <a:p>
            <a:fld id="{5E75A0DC-66C6-4CEC-A5EB-F8C97CEC3796}" type="datetimeFigureOut">
              <a:rPr lang="es-MX" smtClean="0"/>
              <a:t>01/06/2026</a:t>
            </a:fld>
            <a:endParaRPr lang="es-MX" dirty="0"/>
          </a:p>
        </p:txBody>
      </p:sp>
      <p:sp>
        <p:nvSpPr>
          <p:cNvPr id="4" name="3 Marcador de pie de página"/>
          <p:cNvSpPr>
            <a:spLocks noGrp="1"/>
          </p:cNvSpPr>
          <p:nvPr>
            <p:ph type="ftr" sz="quarter" idx="11"/>
          </p:nvPr>
        </p:nvSpPr>
        <p:spPr/>
        <p:txBody>
          <a:bodyPr/>
          <a:lstStyle/>
          <a:p>
            <a:endParaRPr lang="es-MX" dirty="0"/>
          </a:p>
        </p:txBody>
      </p:sp>
      <p:sp>
        <p:nvSpPr>
          <p:cNvPr id="5" name="4 Marcador de número de diapositiva"/>
          <p:cNvSpPr>
            <a:spLocks noGrp="1"/>
          </p:cNvSpPr>
          <p:nvPr>
            <p:ph type="sldNum" sz="quarter" idx="12"/>
          </p:nvPr>
        </p:nvSpPr>
        <p:spPr/>
        <p:txBody>
          <a:bodyPr/>
          <a:lstStyle/>
          <a:p>
            <a:fld id="{C077EE1E-7A06-4E7F-9AFB-189FC69B7B0C}" type="slidenum">
              <a:rPr lang="es-MX" smtClean="0"/>
              <a:t>‹Nº›</a:t>
            </a:fld>
            <a:endParaRPr lang="es-MX" dirty="0"/>
          </a:p>
        </p:txBody>
      </p:sp>
    </p:spTree>
    <p:extLst>
      <p:ext uri="{BB962C8B-B14F-4D97-AF65-F5344CB8AC3E}">
        <p14:creationId xmlns:p14="http://schemas.microsoft.com/office/powerpoint/2010/main" val="2179741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5E75A0DC-66C6-4CEC-A5EB-F8C97CEC3796}" type="datetimeFigureOut">
              <a:rPr lang="es-MX" smtClean="0"/>
              <a:t>01/06/2026</a:t>
            </a:fld>
            <a:endParaRPr lang="es-MX" dirty="0"/>
          </a:p>
        </p:txBody>
      </p:sp>
      <p:sp>
        <p:nvSpPr>
          <p:cNvPr id="3" name="2 Marcador de pie de página"/>
          <p:cNvSpPr>
            <a:spLocks noGrp="1"/>
          </p:cNvSpPr>
          <p:nvPr>
            <p:ph type="ftr" sz="quarter" idx="11"/>
          </p:nvPr>
        </p:nvSpPr>
        <p:spPr/>
        <p:txBody>
          <a:bodyPr/>
          <a:lstStyle/>
          <a:p>
            <a:endParaRPr lang="es-MX" dirty="0"/>
          </a:p>
        </p:txBody>
      </p:sp>
      <p:sp>
        <p:nvSpPr>
          <p:cNvPr id="4" name="3 Marcador de número de diapositiva"/>
          <p:cNvSpPr>
            <a:spLocks noGrp="1"/>
          </p:cNvSpPr>
          <p:nvPr>
            <p:ph type="sldNum" sz="quarter" idx="12"/>
          </p:nvPr>
        </p:nvSpPr>
        <p:spPr/>
        <p:txBody>
          <a:bodyPr/>
          <a:lstStyle/>
          <a:p>
            <a:fld id="{C077EE1E-7A06-4E7F-9AFB-189FC69B7B0C}" type="slidenum">
              <a:rPr lang="es-MX" smtClean="0"/>
              <a:t>‹Nº›</a:t>
            </a:fld>
            <a:endParaRPr lang="es-MX" dirty="0"/>
          </a:p>
        </p:txBody>
      </p:sp>
    </p:spTree>
    <p:extLst>
      <p:ext uri="{BB962C8B-B14F-4D97-AF65-F5344CB8AC3E}">
        <p14:creationId xmlns:p14="http://schemas.microsoft.com/office/powerpoint/2010/main" val="29251508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MX"/>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5E75A0DC-66C6-4CEC-A5EB-F8C97CEC3796}" type="datetimeFigureOut">
              <a:rPr lang="es-MX" smtClean="0"/>
              <a:t>01/06/2026</a:t>
            </a:fld>
            <a:endParaRPr lang="es-MX" dirty="0"/>
          </a:p>
        </p:txBody>
      </p:sp>
      <p:sp>
        <p:nvSpPr>
          <p:cNvPr id="6" name="5 Marcador de pie de página"/>
          <p:cNvSpPr>
            <a:spLocks noGrp="1"/>
          </p:cNvSpPr>
          <p:nvPr>
            <p:ph type="ftr" sz="quarter" idx="11"/>
          </p:nvPr>
        </p:nvSpPr>
        <p:spPr/>
        <p:txBody>
          <a:bodyPr/>
          <a:lstStyle/>
          <a:p>
            <a:endParaRPr lang="es-MX" dirty="0"/>
          </a:p>
        </p:txBody>
      </p:sp>
      <p:sp>
        <p:nvSpPr>
          <p:cNvPr id="7" name="6 Marcador de número de diapositiva"/>
          <p:cNvSpPr>
            <a:spLocks noGrp="1"/>
          </p:cNvSpPr>
          <p:nvPr>
            <p:ph type="sldNum" sz="quarter" idx="12"/>
          </p:nvPr>
        </p:nvSpPr>
        <p:spPr/>
        <p:txBody>
          <a:bodyPr/>
          <a:lstStyle/>
          <a:p>
            <a:fld id="{C077EE1E-7A06-4E7F-9AFB-189FC69B7B0C}" type="slidenum">
              <a:rPr lang="es-MX" smtClean="0"/>
              <a:t>‹Nº›</a:t>
            </a:fld>
            <a:endParaRPr lang="es-MX" dirty="0"/>
          </a:p>
        </p:txBody>
      </p:sp>
    </p:spTree>
    <p:extLst>
      <p:ext uri="{BB962C8B-B14F-4D97-AF65-F5344CB8AC3E}">
        <p14:creationId xmlns:p14="http://schemas.microsoft.com/office/powerpoint/2010/main" val="2244704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MX"/>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dirty="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5E75A0DC-66C6-4CEC-A5EB-F8C97CEC3796}" type="datetimeFigureOut">
              <a:rPr lang="es-MX" smtClean="0"/>
              <a:t>01/06/2026</a:t>
            </a:fld>
            <a:endParaRPr lang="es-MX" dirty="0"/>
          </a:p>
        </p:txBody>
      </p:sp>
      <p:sp>
        <p:nvSpPr>
          <p:cNvPr id="6" name="5 Marcador de pie de página"/>
          <p:cNvSpPr>
            <a:spLocks noGrp="1"/>
          </p:cNvSpPr>
          <p:nvPr>
            <p:ph type="ftr" sz="quarter" idx="11"/>
          </p:nvPr>
        </p:nvSpPr>
        <p:spPr/>
        <p:txBody>
          <a:bodyPr/>
          <a:lstStyle/>
          <a:p>
            <a:endParaRPr lang="es-MX" dirty="0"/>
          </a:p>
        </p:txBody>
      </p:sp>
      <p:sp>
        <p:nvSpPr>
          <p:cNvPr id="7" name="6 Marcador de número de diapositiva"/>
          <p:cNvSpPr>
            <a:spLocks noGrp="1"/>
          </p:cNvSpPr>
          <p:nvPr>
            <p:ph type="sldNum" sz="quarter" idx="12"/>
          </p:nvPr>
        </p:nvSpPr>
        <p:spPr/>
        <p:txBody>
          <a:bodyPr/>
          <a:lstStyle/>
          <a:p>
            <a:fld id="{C077EE1E-7A06-4E7F-9AFB-189FC69B7B0C}" type="slidenum">
              <a:rPr lang="es-MX" smtClean="0"/>
              <a:t>‹Nº›</a:t>
            </a:fld>
            <a:endParaRPr lang="es-MX" dirty="0"/>
          </a:p>
        </p:txBody>
      </p:sp>
    </p:spTree>
    <p:extLst>
      <p:ext uri="{BB962C8B-B14F-4D97-AF65-F5344CB8AC3E}">
        <p14:creationId xmlns:p14="http://schemas.microsoft.com/office/powerpoint/2010/main" val="5959272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MX"/>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fecha"/>
          <p:cNvSpPr>
            <a:spLocks noGrp="1"/>
          </p:cNvSpPr>
          <p:nvPr>
            <p:ph type="dt" sz="half" idx="10"/>
          </p:nvPr>
        </p:nvSpPr>
        <p:spPr/>
        <p:txBody>
          <a:bodyPr/>
          <a:lstStyle/>
          <a:p>
            <a:fld id="{5E75A0DC-66C6-4CEC-A5EB-F8C97CEC3796}" type="datetimeFigureOut">
              <a:rPr lang="es-MX" smtClean="0"/>
              <a:t>01/06/2026</a:t>
            </a:fld>
            <a:endParaRPr lang="es-MX" dirty="0"/>
          </a:p>
        </p:txBody>
      </p:sp>
      <p:sp>
        <p:nvSpPr>
          <p:cNvPr id="5" name="4 Marcador de pie de página"/>
          <p:cNvSpPr>
            <a:spLocks noGrp="1"/>
          </p:cNvSpPr>
          <p:nvPr>
            <p:ph type="ftr" sz="quarter" idx="11"/>
          </p:nvPr>
        </p:nvSpPr>
        <p:spPr/>
        <p:txBody>
          <a:bodyPr/>
          <a:lstStyle/>
          <a:p>
            <a:endParaRPr lang="es-MX" dirty="0"/>
          </a:p>
        </p:txBody>
      </p:sp>
      <p:sp>
        <p:nvSpPr>
          <p:cNvPr id="6" name="5 Marcador de número de diapositiva"/>
          <p:cNvSpPr>
            <a:spLocks noGrp="1"/>
          </p:cNvSpPr>
          <p:nvPr>
            <p:ph type="sldNum" sz="quarter" idx="12"/>
          </p:nvPr>
        </p:nvSpPr>
        <p:spPr/>
        <p:txBody>
          <a:bodyPr/>
          <a:lstStyle/>
          <a:p>
            <a:fld id="{C077EE1E-7A06-4E7F-9AFB-189FC69B7B0C}" type="slidenum">
              <a:rPr lang="es-MX" smtClean="0"/>
              <a:t>‹Nº›</a:t>
            </a:fld>
            <a:endParaRPr lang="es-MX" dirty="0"/>
          </a:p>
        </p:txBody>
      </p:sp>
    </p:spTree>
    <p:extLst>
      <p:ext uri="{BB962C8B-B14F-4D97-AF65-F5344CB8AC3E}">
        <p14:creationId xmlns:p14="http://schemas.microsoft.com/office/powerpoint/2010/main" val="13328958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endParaRPr lang="es-MX"/>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fecha"/>
          <p:cNvSpPr>
            <a:spLocks noGrp="1"/>
          </p:cNvSpPr>
          <p:nvPr>
            <p:ph type="dt" sz="half" idx="10"/>
          </p:nvPr>
        </p:nvSpPr>
        <p:spPr/>
        <p:txBody>
          <a:bodyPr/>
          <a:lstStyle/>
          <a:p>
            <a:fld id="{5E75A0DC-66C6-4CEC-A5EB-F8C97CEC3796}" type="datetimeFigureOut">
              <a:rPr lang="es-MX" smtClean="0"/>
              <a:t>01/06/2026</a:t>
            </a:fld>
            <a:endParaRPr lang="es-MX" dirty="0"/>
          </a:p>
        </p:txBody>
      </p:sp>
      <p:sp>
        <p:nvSpPr>
          <p:cNvPr id="5" name="4 Marcador de pie de página"/>
          <p:cNvSpPr>
            <a:spLocks noGrp="1"/>
          </p:cNvSpPr>
          <p:nvPr>
            <p:ph type="ftr" sz="quarter" idx="11"/>
          </p:nvPr>
        </p:nvSpPr>
        <p:spPr/>
        <p:txBody>
          <a:bodyPr/>
          <a:lstStyle/>
          <a:p>
            <a:endParaRPr lang="es-MX" dirty="0"/>
          </a:p>
        </p:txBody>
      </p:sp>
      <p:sp>
        <p:nvSpPr>
          <p:cNvPr id="6" name="5 Marcador de número de diapositiva"/>
          <p:cNvSpPr>
            <a:spLocks noGrp="1"/>
          </p:cNvSpPr>
          <p:nvPr>
            <p:ph type="sldNum" sz="quarter" idx="12"/>
          </p:nvPr>
        </p:nvSpPr>
        <p:spPr/>
        <p:txBody>
          <a:bodyPr/>
          <a:lstStyle/>
          <a:p>
            <a:fld id="{C077EE1E-7A06-4E7F-9AFB-189FC69B7B0C}" type="slidenum">
              <a:rPr lang="es-MX" smtClean="0"/>
              <a:t>‹Nº›</a:t>
            </a:fld>
            <a:endParaRPr lang="es-MX" dirty="0"/>
          </a:p>
        </p:txBody>
      </p:sp>
    </p:spTree>
    <p:extLst>
      <p:ext uri="{BB962C8B-B14F-4D97-AF65-F5344CB8AC3E}">
        <p14:creationId xmlns:p14="http://schemas.microsoft.com/office/powerpoint/2010/main" val="8788415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1221887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75A0DC-66C6-4CEC-A5EB-F8C97CEC3796}" type="datetimeFigureOut">
              <a:rPr lang="es-MX" smtClean="0"/>
              <a:t>01/06/2026</a:t>
            </a:fld>
            <a:endParaRPr lang="es-MX" dirty="0"/>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dirty="0"/>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77EE1E-7A06-4E7F-9AFB-189FC69B7B0C}" type="slidenum">
              <a:rPr lang="es-MX" smtClean="0"/>
              <a:t>‹Nº›</a:t>
            </a:fld>
            <a:endParaRPr lang="es-MX" dirty="0"/>
          </a:p>
        </p:txBody>
      </p:sp>
    </p:spTree>
    <p:extLst>
      <p:ext uri="{BB962C8B-B14F-4D97-AF65-F5344CB8AC3E}">
        <p14:creationId xmlns:p14="http://schemas.microsoft.com/office/powerpoint/2010/main" val="201769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71600" y="548680"/>
            <a:ext cx="7342584" cy="1470025"/>
          </a:xfrm>
        </p:spPr>
        <p:txBody>
          <a:bodyPr rtlCol="0">
            <a:normAutofit/>
          </a:bodyPr>
          <a:lstStyle/>
          <a:p>
            <a:pPr algn="l" eaLnBrk="1" fontAlgn="auto" hangingPunct="1">
              <a:spcAft>
                <a:spcPts val="0"/>
              </a:spcAft>
              <a:defRPr/>
            </a:pPr>
            <a:r>
              <a:rPr lang="es-MX" sz="3200" dirty="0">
                <a:solidFill>
                  <a:schemeClr val="bg2">
                    <a:lumMod val="50000"/>
                  </a:schemeClr>
                </a:solidFill>
              </a:rPr>
              <a:t>TC 2006B </a:t>
            </a:r>
            <a:br>
              <a:rPr lang="es-MX" sz="3200" dirty="0">
                <a:solidFill>
                  <a:schemeClr val="bg2">
                    <a:lumMod val="50000"/>
                  </a:schemeClr>
                </a:solidFill>
              </a:rPr>
            </a:br>
            <a:r>
              <a:rPr lang="es-MX" sz="3200" dirty="0">
                <a:solidFill>
                  <a:schemeClr val="bg2">
                    <a:lumMod val="50000"/>
                  </a:schemeClr>
                </a:solidFill>
              </a:rPr>
              <a:t>Interconexión de dispositivos</a:t>
            </a:r>
          </a:p>
        </p:txBody>
      </p:sp>
      <p:sp>
        <p:nvSpPr>
          <p:cNvPr id="3" name="Subtitle 2"/>
          <p:cNvSpPr>
            <a:spLocks noGrp="1"/>
          </p:cNvSpPr>
          <p:nvPr>
            <p:ph type="subTitle" idx="1"/>
          </p:nvPr>
        </p:nvSpPr>
        <p:spPr>
          <a:xfrm>
            <a:off x="1297360" y="2304455"/>
            <a:ext cx="6400800" cy="1249288"/>
          </a:xfrm>
        </p:spPr>
        <p:txBody>
          <a:bodyPr rtlCol="0">
            <a:normAutofit/>
          </a:bodyPr>
          <a:lstStyle/>
          <a:p>
            <a:pPr eaLnBrk="1" fontAlgn="auto" hangingPunct="1">
              <a:spcAft>
                <a:spcPts val="0"/>
              </a:spcAft>
              <a:defRPr/>
            </a:pPr>
            <a:r>
              <a:rPr lang="es-MX" b="1" dirty="0" err="1">
                <a:solidFill>
                  <a:schemeClr val="accent4">
                    <a:lumMod val="50000"/>
                  </a:schemeClr>
                </a:solidFill>
              </a:rPr>
              <a:t>Secure</a:t>
            </a:r>
            <a:r>
              <a:rPr lang="es-MX" b="1" dirty="0">
                <a:solidFill>
                  <a:schemeClr val="accent4">
                    <a:lumMod val="50000"/>
                  </a:schemeClr>
                </a:solidFill>
              </a:rPr>
              <a:t> </a:t>
            </a:r>
            <a:r>
              <a:rPr lang="es-MX" b="1" dirty="0" err="1">
                <a:solidFill>
                  <a:schemeClr val="accent4">
                    <a:lumMod val="50000"/>
                  </a:schemeClr>
                </a:solidFill>
              </a:rPr>
              <a:t>SHell</a:t>
            </a:r>
            <a:r>
              <a:rPr lang="es-MX" b="1" dirty="0">
                <a:solidFill>
                  <a:schemeClr val="accent4">
                    <a:lumMod val="50000"/>
                  </a:schemeClr>
                </a:solidFill>
              </a:rPr>
              <a:t> (SSH)</a:t>
            </a:r>
          </a:p>
          <a:p>
            <a:pPr eaLnBrk="1" fontAlgn="auto" hangingPunct="1">
              <a:spcAft>
                <a:spcPts val="0"/>
              </a:spcAft>
              <a:defRPr/>
            </a:pPr>
            <a:r>
              <a:rPr lang="es-MX" sz="2000" dirty="0">
                <a:solidFill>
                  <a:schemeClr val="accent4">
                    <a:lumMod val="50000"/>
                  </a:schemeClr>
                </a:solidFill>
              </a:rPr>
              <a:t>Tecnológico de Monterrey, Campus Querétaro</a:t>
            </a:r>
          </a:p>
        </p:txBody>
      </p:sp>
      <p:pic>
        <p:nvPicPr>
          <p:cNvPr id="6" name="Imagen 5" descr="Interfaz de usuario gráfica, Texto, Aplicación&#10;&#10;Descripción generada automáticamente">
            <a:extLst>
              <a:ext uri="{FF2B5EF4-FFF2-40B4-BE49-F238E27FC236}">
                <a16:creationId xmlns:a16="http://schemas.microsoft.com/office/drawing/2014/main" id="{364602A9-3F2C-46F4-98E4-8284C7948D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4079" y="3585367"/>
            <a:ext cx="6707362" cy="2098446"/>
          </a:xfrm>
          <a:prstGeom prst="rect">
            <a:avLst/>
          </a:prstGeom>
        </p:spPr>
      </p:pic>
    </p:spTree>
    <p:extLst>
      <p:ext uri="{BB962C8B-B14F-4D97-AF65-F5344CB8AC3E}">
        <p14:creationId xmlns:p14="http://schemas.microsoft.com/office/powerpoint/2010/main" val="25538555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
            <a:extLst>
              <a:ext uri="{FF2B5EF4-FFF2-40B4-BE49-F238E27FC236}">
                <a16:creationId xmlns:a16="http://schemas.microsoft.com/office/drawing/2014/main" id="{61F062CC-B1F1-4898-90E3-65665EC625FD}"/>
              </a:ext>
            </a:extLst>
          </p:cNvPr>
          <p:cNvSpPr txBox="1">
            <a:spLocks noChangeArrowheads="1"/>
          </p:cNvSpPr>
          <p:nvPr/>
        </p:nvSpPr>
        <p:spPr>
          <a:xfrm>
            <a:off x="89756" y="251155"/>
            <a:ext cx="8964488" cy="1143000"/>
          </a:xfrm>
          <a:prstGeom prst="rect">
            <a:avLst/>
          </a:prstGeom>
        </p:spPr>
        <p:txBody>
          <a:bodyPr vert="horz" lIns="92075" tIns="46038" rIns="92075" bIns="46038"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s-ES_tradnl" sz="3200" dirty="0">
                <a:solidFill>
                  <a:srgbClr val="3333CC"/>
                </a:solidFill>
                <a:effectLst>
                  <a:outerShdw blurRad="38100" dist="38100" dir="2700000" algn="tl">
                    <a:srgbClr val="C0C0C0"/>
                  </a:outerShdw>
                </a:effectLst>
                <a:latin typeface="Dom Casual" charset="0"/>
              </a:rPr>
              <a:t> </a:t>
            </a:r>
            <a:r>
              <a:rPr lang="es-ES_tradnl" sz="3200" b="1" dirty="0" err="1">
                <a:solidFill>
                  <a:schemeClr val="accent4">
                    <a:lumMod val="50000"/>
                  </a:schemeClr>
                </a:solidFill>
                <a:effectLst>
                  <a:outerShdw blurRad="38100" dist="38100" dir="2700000" algn="tl">
                    <a:srgbClr val="C0C0C0"/>
                  </a:outerShdw>
                </a:effectLst>
                <a:latin typeface="Dom Casual" charset="0"/>
              </a:rPr>
              <a:t>Secure</a:t>
            </a:r>
            <a:r>
              <a:rPr lang="es-ES_tradnl" sz="3200" b="1" dirty="0">
                <a:solidFill>
                  <a:schemeClr val="accent4">
                    <a:lumMod val="50000"/>
                  </a:schemeClr>
                </a:solidFill>
                <a:effectLst>
                  <a:outerShdw blurRad="38100" dist="38100" dir="2700000" algn="tl">
                    <a:srgbClr val="C0C0C0"/>
                  </a:outerShdw>
                </a:effectLst>
                <a:latin typeface="Dom Casual" charset="0"/>
              </a:rPr>
              <a:t> Shell (SSH)</a:t>
            </a:r>
            <a:endParaRPr lang="es-ES_tradnl" sz="2400" b="1" dirty="0">
              <a:solidFill>
                <a:schemeClr val="accent5">
                  <a:lumMod val="75000"/>
                </a:schemeClr>
              </a:solidFill>
              <a:effectLst>
                <a:outerShdw blurRad="38100" dist="38100" dir="2700000" algn="tl">
                  <a:srgbClr val="C0C0C0"/>
                </a:outerShdw>
              </a:effectLst>
              <a:latin typeface="Dom Casual" charset="0"/>
            </a:endParaRPr>
          </a:p>
        </p:txBody>
      </p:sp>
      <p:sp>
        <p:nvSpPr>
          <p:cNvPr id="6" name="CuadroTexto 5">
            <a:extLst>
              <a:ext uri="{FF2B5EF4-FFF2-40B4-BE49-F238E27FC236}">
                <a16:creationId xmlns:a16="http://schemas.microsoft.com/office/drawing/2014/main" id="{FBC8C66D-776E-408A-9495-3C894A9CF2CE}"/>
              </a:ext>
            </a:extLst>
          </p:cNvPr>
          <p:cNvSpPr txBox="1"/>
          <p:nvPr/>
        </p:nvSpPr>
        <p:spPr>
          <a:xfrm>
            <a:off x="1115616" y="1556792"/>
            <a:ext cx="7272808" cy="1709571"/>
          </a:xfrm>
          <a:prstGeom prst="rect">
            <a:avLst/>
          </a:prstGeom>
          <a:noFill/>
        </p:spPr>
        <p:txBody>
          <a:bodyPr wrap="square">
            <a:spAutoFit/>
          </a:bodyPr>
          <a:lstStyle/>
          <a:p>
            <a:pPr algn="just">
              <a:lnSpc>
                <a:spcPct val="150000"/>
              </a:lnSpc>
            </a:pPr>
            <a:r>
              <a:rPr lang="es-ES" b="1" i="0" dirty="0">
                <a:solidFill>
                  <a:schemeClr val="bg2">
                    <a:lumMod val="25000"/>
                  </a:schemeClr>
                </a:solidFill>
                <a:effectLst/>
                <a:latin typeface="arial" panose="020B0604020202020204" pitchFamily="34" charset="0"/>
              </a:rPr>
              <a:t>SSH</a:t>
            </a:r>
            <a:r>
              <a:rPr lang="es-ES" b="0" i="0" dirty="0">
                <a:solidFill>
                  <a:schemeClr val="bg2">
                    <a:lumMod val="25000"/>
                  </a:schemeClr>
                </a:solidFill>
                <a:effectLst/>
                <a:latin typeface="arial" panose="020B0604020202020204" pitchFamily="34" charset="0"/>
              </a:rPr>
              <a:t> (o </a:t>
            </a:r>
            <a:r>
              <a:rPr lang="es-ES" b="0" i="0" dirty="0" err="1">
                <a:solidFill>
                  <a:schemeClr val="bg2">
                    <a:lumMod val="25000"/>
                  </a:schemeClr>
                </a:solidFill>
                <a:effectLst/>
                <a:latin typeface="arial" panose="020B0604020202020204" pitchFamily="34" charset="0"/>
              </a:rPr>
              <a:t>Secure</a:t>
            </a:r>
            <a:r>
              <a:rPr lang="es-ES" b="0" i="0" dirty="0">
                <a:solidFill>
                  <a:schemeClr val="bg2">
                    <a:lumMod val="25000"/>
                  </a:schemeClr>
                </a:solidFill>
                <a:effectLst/>
                <a:latin typeface="arial" panose="020B0604020202020204" pitchFamily="34" charset="0"/>
              </a:rPr>
              <a:t> </a:t>
            </a:r>
            <a:r>
              <a:rPr lang="es-ES" b="0" i="0" dirty="0" err="1">
                <a:solidFill>
                  <a:schemeClr val="bg2">
                    <a:lumMod val="25000"/>
                  </a:schemeClr>
                </a:solidFill>
                <a:effectLst/>
                <a:latin typeface="arial" panose="020B0604020202020204" pitchFamily="34" charset="0"/>
              </a:rPr>
              <a:t>SHell</a:t>
            </a:r>
            <a:r>
              <a:rPr lang="es-ES" b="0" i="0" dirty="0">
                <a:solidFill>
                  <a:schemeClr val="bg2">
                    <a:lumMod val="25000"/>
                  </a:schemeClr>
                </a:solidFill>
                <a:effectLst/>
                <a:latin typeface="arial" panose="020B0604020202020204" pitchFamily="34" charset="0"/>
              </a:rPr>
              <a:t>) es el nombre de un protocolo y del programa que lo implementa cuya principal función es el acceso remoto a un servidor por medio de un canal seguro en el que toda la información está cifrada.</a:t>
            </a:r>
            <a:endParaRPr lang="es-MX" dirty="0">
              <a:solidFill>
                <a:schemeClr val="bg2">
                  <a:lumMod val="25000"/>
                </a:schemeClr>
              </a:solidFill>
            </a:endParaRPr>
          </a:p>
        </p:txBody>
      </p:sp>
      <p:pic>
        <p:nvPicPr>
          <p:cNvPr id="7" name="Imagen 6" descr="Interfaz de usuario gráfica, Texto, Aplicación&#10;&#10;Descripción generada automáticamente">
            <a:extLst>
              <a:ext uri="{FF2B5EF4-FFF2-40B4-BE49-F238E27FC236}">
                <a16:creationId xmlns:a16="http://schemas.microsoft.com/office/drawing/2014/main" id="{781A470F-FEF0-4EE4-B846-E801B7173C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6587" y="3591638"/>
            <a:ext cx="6707362" cy="209844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
            <a:extLst>
              <a:ext uri="{FF2B5EF4-FFF2-40B4-BE49-F238E27FC236}">
                <a16:creationId xmlns:a16="http://schemas.microsoft.com/office/drawing/2014/main" id="{61F062CC-B1F1-4898-90E3-65665EC625FD}"/>
              </a:ext>
            </a:extLst>
          </p:cNvPr>
          <p:cNvSpPr txBox="1">
            <a:spLocks noChangeArrowheads="1"/>
          </p:cNvSpPr>
          <p:nvPr/>
        </p:nvSpPr>
        <p:spPr>
          <a:xfrm>
            <a:off x="18298" y="286586"/>
            <a:ext cx="8964488" cy="1143000"/>
          </a:xfrm>
          <a:prstGeom prst="rect">
            <a:avLst/>
          </a:prstGeom>
          <a:solidFill>
            <a:schemeClr val="bg1"/>
          </a:solidFill>
        </p:spPr>
        <p:txBody>
          <a:bodyPr vert="horz" lIns="92075" tIns="46038" rIns="92075" bIns="46038"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s-ES_tradnl" sz="3200" dirty="0">
                <a:solidFill>
                  <a:srgbClr val="3333CC"/>
                </a:solidFill>
                <a:effectLst>
                  <a:outerShdw blurRad="38100" dist="38100" dir="2700000" algn="tl">
                    <a:srgbClr val="C0C0C0"/>
                  </a:outerShdw>
                </a:effectLst>
                <a:latin typeface="Dom Casual" charset="0"/>
              </a:rPr>
              <a:t> </a:t>
            </a:r>
            <a:r>
              <a:rPr lang="es-ES_tradnl" sz="3200" b="1" dirty="0">
                <a:solidFill>
                  <a:schemeClr val="accent4">
                    <a:lumMod val="50000"/>
                  </a:schemeClr>
                </a:solidFill>
                <a:effectLst>
                  <a:outerShdw blurRad="38100" dist="38100" dir="2700000" algn="tl">
                    <a:srgbClr val="C0C0C0"/>
                  </a:outerShdw>
                </a:effectLst>
                <a:latin typeface="Dom Casual" charset="0"/>
              </a:rPr>
              <a:t>Configuración de SSH para la administración remota</a:t>
            </a:r>
            <a:endParaRPr lang="es-ES_tradnl" sz="2400" b="1" dirty="0">
              <a:solidFill>
                <a:schemeClr val="accent5">
                  <a:lumMod val="75000"/>
                </a:schemeClr>
              </a:solidFill>
              <a:effectLst>
                <a:outerShdw blurRad="38100" dist="38100" dir="2700000" algn="tl">
                  <a:srgbClr val="C0C0C0"/>
                </a:outerShdw>
              </a:effectLst>
              <a:latin typeface="Dom Casual" charset="0"/>
            </a:endParaRPr>
          </a:p>
        </p:txBody>
      </p:sp>
      <p:sp>
        <p:nvSpPr>
          <p:cNvPr id="8" name="CuadroTexto 7">
            <a:extLst>
              <a:ext uri="{FF2B5EF4-FFF2-40B4-BE49-F238E27FC236}">
                <a16:creationId xmlns:a16="http://schemas.microsoft.com/office/drawing/2014/main" id="{413BFF53-BD00-4F44-945C-69AF134B783E}"/>
              </a:ext>
            </a:extLst>
          </p:cNvPr>
          <p:cNvSpPr txBox="1"/>
          <p:nvPr/>
        </p:nvSpPr>
        <p:spPr>
          <a:xfrm>
            <a:off x="467544" y="1369011"/>
            <a:ext cx="8064896" cy="1077218"/>
          </a:xfrm>
          <a:prstGeom prst="rect">
            <a:avLst/>
          </a:prstGeom>
          <a:noFill/>
        </p:spPr>
        <p:txBody>
          <a:bodyPr wrap="square">
            <a:spAutoFit/>
          </a:bodyPr>
          <a:lstStyle/>
          <a:p>
            <a:pPr algn="just" fontAlgn="base">
              <a:spcAft>
                <a:spcPts val="1200"/>
              </a:spcAft>
            </a:pPr>
            <a:r>
              <a:rPr lang="es-ES" b="1" i="0" dirty="0">
                <a:solidFill>
                  <a:schemeClr val="accent5">
                    <a:lumMod val="75000"/>
                  </a:schemeClr>
                </a:solidFill>
                <a:effectLst/>
              </a:rPr>
              <a:t>Paso 1: Configurar el dominio IP</a:t>
            </a:r>
            <a:endParaRPr lang="es-ES" b="0" i="0" dirty="0">
              <a:solidFill>
                <a:schemeClr val="accent5">
                  <a:lumMod val="75000"/>
                </a:schemeClr>
              </a:solidFill>
              <a:effectLst/>
            </a:endParaRPr>
          </a:p>
          <a:p>
            <a:pPr algn="just" fontAlgn="base"/>
            <a:r>
              <a:rPr lang="es-ES" b="0" i="0" dirty="0">
                <a:solidFill>
                  <a:srgbClr val="444340"/>
                </a:solidFill>
                <a:effectLst/>
                <a:cs typeface="Arial" panose="020B0604020202020204" pitchFamily="34" charset="0"/>
              </a:rPr>
              <a:t>Configure el nombre de dominio IP de la red mediante el comando </a:t>
            </a:r>
            <a:r>
              <a:rPr lang="es-ES" b="1" i="0" dirty="0" err="1">
                <a:solidFill>
                  <a:schemeClr val="accent6">
                    <a:lumMod val="75000"/>
                  </a:schemeClr>
                </a:solidFill>
                <a:effectLst/>
                <a:cs typeface="Arial" panose="020B0604020202020204" pitchFamily="34" charset="0"/>
              </a:rPr>
              <a:t>ip</a:t>
            </a:r>
            <a:r>
              <a:rPr lang="es-ES" b="1" i="0" dirty="0">
                <a:solidFill>
                  <a:schemeClr val="accent6">
                    <a:lumMod val="75000"/>
                  </a:schemeClr>
                </a:solidFill>
                <a:effectLst/>
                <a:cs typeface="Arial" panose="020B0604020202020204" pitchFamily="34" charset="0"/>
              </a:rPr>
              <a:t> </a:t>
            </a:r>
            <a:r>
              <a:rPr lang="es-ES" b="1" i="0" dirty="0" err="1">
                <a:solidFill>
                  <a:schemeClr val="accent6">
                    <a:lumMod val="75000"/>
                  </a:schemeClr>
                </a:solidFill>
                <a:effectLst/>
                <a:cs typeface="Arial" panose="020B0604020202020204" pitchFamily="34" charset="0"/>
              </a:rPr>
              <a:t>domain-name</a:t>
            </a:r>
            <a:r>
              <a:rPr lang="es-ES" b="0" i="0" dirty="0">
                <a:solidFill>
                  <a:srgbClr val="444340"/>
                </a:solidFill>
                <a:effectLst/>
                <a:cs typeface="Arial" panose="020B0604020202020204" pitchFamily="34" charset="0"/>
              </a:rPr>
              <a:t>. En la figura, el valor del nombre de dominio es </a:t>
            </a:r>
            <a:r>
              <a:rPr lang="es-ES" b="1" i="0" dirty="0">
                <a:solidFill>
                  <a:srgbClr val="444340"/>
                </a:solidFill>
                <a:effectLst/>
                <a:cs typeface="Arial" panose="020B0604020202020204" pitchFamily="34" charset="0"/>
              </a:rPr>
              <a:t>cisco.com</a:t>
            </a:r>
            <a:r>
              <a:rPr lang="es-ES" b="0" i="0" dirty="0">
                <a:solidFill>
                  <a:srgbClr val="444340"/>
                </a:solidFill>
                <a:effectLst/>
                <a:cs typeface="Arial" panose="020B0604020202020204" pitchFamily="34" charset="0"/>
              </a:rPr>
              <a:t>.</a:t>
            </a:r>
          </a:p>
        </p:txBody>
      </p:sp>
      <p:pic>
        <p:nvPicPr>
          <p:cNvPr id="4" name="Imagen 3">
            <a:extLst>
              <a:ext uri="{FF2B5EF4-FFF2-40B4-BE49-F238E27FC236}">
                <a16:creationId xmlns:a16="http://schemas.microsoft.com/office/drawing/2014/main" id="{ECB922BC-1C62-458C-9C4A-F48B80482A28}"/>
              </a:ext>
            </a:extLst>
          </p:cNvPr>
          <p:cNvPicPr>
            <a:picLocks noChangeAspect="1"/>
          </p:cNvPicPr>
          <p:nvPr/>
        </p:nvPicPr>
        <p:blipFill>
          <a:blip r:embed="rId3"/>
          <a:stretch>
            <a:fillRect/>
          </a:stretch>
        </p:blipFill>
        <p:spPr>
          <a:xfrm>
            <a:off x="1907704" y="2570914"/>
            <a:ext cx="5476875" cy="4000500"/>
          </a:xfrm>
          <a:prstGeom prst="rect">
            <a:avLst/>
          </a:prstGeom>
        </p:spPr>
      </p:pic>
    </p:spTree>
    <p:extLst>
      <p:ext uri="{BB962C8B-B14F-4D97-AF65-F5344CB8AC3E}">
        <p14:creationId xmlns:p14="http://schemas.microsoft.com/office/powerpoint/2010/main" val="2745963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
            <a:extLst>
              <a:ext uri="{FF2B5EF4-FFF2-40B4-BE49-F238E27FC236}">
                <a16:creationId xmlns:a16="http://schemas.microsoft.com/office/drawing/2014/main" id="{61F062CC-B1F1-4898-90E3-65665EC625FD}"/>
              </a:ext>
            </a:extLst>
          </p:cNvPr>
          <p:cNvSpPr txBox="1">
            <a:spLocks noChangeArrowheads="1"/>
          </p:cNvSpPr>
          <p:nvPr/>
        </p:nvSpPr>
        <p:spPr>
          <a:xfrm>
            <a:off x="0" y="122399"/>
            <a:ext cx="8964488" cy="1143000"/>
          </a:xfrm>
          <a:prstGeom prst="rect">
            <a:avLst/>
          </a:prstGeom>
          <a:solidFill>
            <a:schemeClr val="bg1"/>
          </a:solidFill>
        </p:spPr>
        <p:txBody>
          <a:bodyPr vert="horz" lIns="92075" tIns="46038" rIns="92075" bIns="46038"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s-ES_tradnl" sz="3200" dirty="0">
                <a:solidFill>
                  <a:srgbClr val="3333CC"/>
                </a:solidFill>
                <a:effectLst>
                  <a:outerShdw blurRad="38100" dist="38100" dir="2700000" algn="tl">
                    <a:srgbClr val="C0C0C0"/>
                  </a:outerShdw>
                </a:effectLst>
                <a:latin typeface="Dom Casual" charset="0"/>
              </a:rPr>
              <a:t> </a:t>
            </a:r>
            <a:r>
              <a:rPr lang="es-ES_tradnl" sz="3200" b="1" dirty="0">
                <a:solidFill>
                  <a:schemeClr val="accent4">
                    <a:lumMod val="50000"/>
                  </a:schemeClr>
                </a:solidFill>
                <a:effectLst>
                  <a:outerShdw blurRad="38100" dist="38100" dir="2700000" algn="tl">
                    <a:srgbClr val="C0C0C0"/>
                  </a:outerShdw>
                </a:effectLst>
                <a:latin typeface="Dom Casual" charset="0"/>
              </a:rPr>
              <a:t>Configuración de SSH para la administración remota</a:t>
            </a:r>
            <a:endParaRPr lang="es-ES_tradnl" sz="2400" b="1" dirty="0">
              <a:solidFill>
                <a:schemeClr val="accent5">
                  <a:lumMod val="75000"/>
                </a:schemeClr>
              </a:solidFill>
              <a:effectLst>
                <a:outerShdw blurRad="38100" dist="38100" dir="2700000" algn="tl">
                  <a:srgbClr val="C0C0C0"/>
                </a:outerShdw>
              </a:effectLst>
              <a:latin typeface="Dom Casual" charset="0"/>
            </a:endParaRPr>
          </a:p>
        </p:txBody>
      </p:sp>
      <p:sp>
        <p:nvSpPr>
          <p:cNvPr id="8" name="CuadroTexto 7">
            <a:extLst>
              <a:ext uri="{FF2B5EF4-FFF2-40B4-BE49-F238E27FC236}">
                <a16:creationId xmlns:a16="http://schemas.microsoft.com/office/drawing/2014/main" id="{413BFF53-BD00-4F44-945C-69AF134B783E}"/>
              </a:ext>
            </a:extLst>
          </p:cNvPr>
          <p:cNvSpPr txBox="1"/>
          <p:nvPr/>
        </p:nvSpPr>
        <p:spPr>
          <a:xfrm>
            <a:off x="467541" y="1236578"/>
            <a:ext cx="8352929" cy="1908215"/>
          </a:xfrm>
          <a:prstGeom prst="rect">
            <a:avLst/>
          </a:prstGeom>
          <a:noFill/>
        </p:spPr>
        <p:txBody>
          <a:bodyPr wrap="square">
            <a:spAutoFit/>
          </a:bodyPr>
          <a:lstStyle/>
          <a:p>
            <a:pPr algn="just" fontAlgn="base">
              <a:spcAft>
                <a:spcPts val="1200"/>
              </a:spcAft>
            </a:pPr>
            <a:r>
              <a:rPr lang="es-ES" b="1" i="0" dirty="0">
                <a:solidFill>
                  <a:schemeClr val="accent5">
                    <a:lumMod val="75000"/>
                  </a:schemeClr>
                </a:solidFill>
                <a:effectLst/>
              </a:rPr>
              <a:t>Paso </a:t>
            </a:r>
            <a:r>
              <a:rPr lang="es-ES" b="1" dirty="0">
                <a:solidFill>
                  <a:schemeClr val="accent5">
                    <a:lumMod val="75000"/>
                  </a:schemeClr>
                </a:solidFill>
              </a:rPr>
              <a:t>2</a:t>
            </a:r>
            <a:r>
              <a:rPr lang="es-ES" b="1" i="0" dirty="0">
                <a:solidFill>
                  <a:schemeClr val="accent5">
                    <a:lumMod val="75000"/>
                  </a:schemeClr>
                </a:solidFill>
                <a:effectLst/>
              </a:rPr>
              <a:t>: Generar claves RSA</a:t>
            </a:r>
            <a:endParaRPr lang="es-ES" b="0" i="0" dirty="0">
              <a:solidFill>
                <a:schemeClr val="accent5">
                  <a:lumMod val="75000"/>
                </a:schemeClr>
              </a:solidFill>
              <a:effectLst/>
            </a:endParaRPr>
          </a:p>
          <a:p>
            <a:pPr algn="just" fontAlgn="base"/>
            <a:r>
              <a:rPr lang="es-ES" b="0" i="0" dirty="0">
                <a:solidFill>
                  <a:srgbClr val="444340"/>
                </a:solidFill>
                <a:effectLst/>
                <a:cs typeface="Arial" panose="020B0604020202020204" pitchFamily="34" charset="0"/>
              </a:rPr>
              <a:t>La creación de claves RSA habilita SSH automáticamente. Use el comando </a:t>
            </a:r>
            <a:r>
              <a:rPr lang="es-ES" b="1" i="0" dirty="0" err="1">
                <a:solidFill>
                  <a:schemeClr val="accent6">
                    <a:lumMod val="75000"/>
                  </a:schemeClr>
                </a:solidFill>
                <a:effectLst/>
                <a:cs typeface="Arial" panose="020B0604020202020204" pitchFamily="34" charset="0"/>
              </a:rPr>
              <a:t>crypto</a:t>
            </a:r>
            <a:r>
              <a:rPr lang="es-ES" b="1" i="0" dirty="0">
                <a:solidFill>
                  <a:schemeClr val="accent6">
                    <a:lumMod val="75000"/>
                  </a:schemeClr>
                </a:solidFill>
                <a:effectLst/>
                <a:cs typeface="Arial" panose="020B0604020202020204" pitchFamily="34" charset="0"/>
              </a:rPr>
              <a:t> </a:t>
            </a:r>
            <a:r>
              <a:rPr lang="es-ES" b="1" i="0" dirty="0" err="1">
                <a:solidFill>
                  <a:schemeClr val="accent6">
                    <a:lumMod val="75000"/>
                  </a:schemeClr>
                </a:solidFill>
                <a:effectLst/>
                <a:cs typeface="Arial" panose="020B0604020202020204" pitchFamily="34" charset="0"/>
              </a:rPr>
              <a:t>key</a:t>
            </a:r>
            <a:r>
              <a:rPr lang="es-ES" b="1" i="0" dirty="0">
                <a:solidFill>
                  <a:schemeClr val="accent6">
                    <a:lumMod val="75000"/>
                  </a:schemeClr>
                </a:solidFill>
                <a:effectLst/>
                <a:cs typeface="Arial" panose="020B0604020202020204" pitchFamily="34" charset="0"/>
              </a:rPr>
              <a:t> </a:t>
            </a:r>
            <a:r>
              <a:rPr lang="es-ES" b="1" i="0" dirty="0" err="1">
                <a:solidFill>
                  <a:schemeClr val="accent6">
                    <a:lumMod val="75000"/>
                  </a:schemeClr>
                </a:solidFill>
                <a:effectLst/>
                <a:cs typeface="Arial" panose="020B0604020202020204" pitchFamily="34" charset="0"/>
              </a:rPr>
              <a:t>generate</a:t>
            </a:r>
            <a:r>
              <a:rPr lang="es-ES" b="1" i="0" dirty="0">
                <a:solidFill>
                  <a:schemeClr val="accent6">
                    <a:lumMod val="75000"/>
                  </a:schemeClr>
                </a:solidFill>
                <a:effectLst/>
                <a:cs typeface="Arial" panose="020B0604020202020204" pitchFamily="34" charset="0"/>
              </a:rPr>
              <a:t> </a:t>
            </a:r>
            <a:r>
              <a:rPr lang="es-ES" b="1" i="0" dirty="0" err="1">
                <a:solidFill>
                  <a:schemeClr val="accent6">
                    <a:lumMod val="75000"/>
                  </a:schemeClr>
                </a:solidFill>
                <a:effectLst/>
                <a:cs typeface="Arial" panose="020B0604020202020204" pitchFamily="34" charset="0"/>
              </a:rPr>
              <a:t>rsa</a:t>
            </a:r>
            <a:r>
              <a:rPr lang="es-ES" b="0" i="0" dirty="0">
                <a:solidFill>
                  <a:srgbClr val="444340"/>
                </a:solidFill>
                <a:effectLst/>
                <a:cs typeface="Arial" panose="020B0604020202020204" pitchFamily="34" charset="0"/>
              </a:rPr>
              <a:t> del modo de configuración global para habilitar el servidor SSH en el </a:t>
            </a:r>
            <a:r>
              <a:rPr lang="es-ES" b="0" i="0" dirty="0" err="1">
                <a:solidFill>
                  <a:srgbClr val="444340"/>
                </a:solidFill>
                <a:effectLst/>
                <a:cs typeface="Arial" panose="020B0604020202020204" pitchFamily="34" charset="0"/>
              </a:rPr>
              <a:t>router</a:t>
            </a:r>
            <a:r>
              <a:rPr lang="es-ES" b="0" i="0" dirty="0">
                <a:solidFill>
                  <a:srgbClr val="444340"/>
                </a:solidFill>
                <a:effectLst/>
                <a:cs typeface="Arial" panose="020B0604020202020204" pitchFamily="34" charset="0"/>
              </a:rPr>
              <a:t> o switch y generar un par de claves RSA. Al crear claves RSA, se solicita al administrador que introduzca una longitud de módulo. La configuración de ejemplo en la figura utiliza un tamaño de módulo de 1024 bits. </a:t>
            </a:r>
          </a:p>
        </p:txBody>
      </p:sp>
      <p:pic>
        <p:nvPicPr>
          <p:cNvPr id="4" name="Imagen 3">
            <a:extLst>
              <a:ext uri="{FF2B5EF4-FFF2-40B4-BE49-F238E27FC236}">
                <a16:creationId xmlns:a16="http://schemas.microsoft.com/office/drawing/2014/main" id="{ECB922BC-1C62-458C-9C4A-F48B80482A28}"/>
              </a:ext>
            </a:extLst>
          </p:cNvPr>
          <p:cNvPicPr>
            <a:picLocks noChangeAspect="1"/>
          </p:cNvPicPr>
          <p:nvPr/>
        </p:nvPicPr>
        <p:blipFill>
          <a:blip r:embed="rId3"/>
          <a:stretch>
            <a:fillRect/>
          </a:stretch>
        </p:blipFill>
        <p:spPr>
          <a:xfrm>
            <a:off x="2195736" y="3173011"/>
            <a:ext cx="4877356" cy="3562590"/>
          </a:xfrm>
          <a:prstGeom prst="rect">
            <a:avLst/>
          </a:prstGeom>
        </p:spPr>
      </p:pic>
    </p:spTree>
    <p:extLst>
      <p:ext uri="{BB962C8B-B14F-4D97-AF65-F5344CB8AC3E}">
        <p14:creationId xmlns:p14="http://schemas.microsoft.com/office/powerpoint/2010/main" val="3745663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ECB922BC-1C62-458C-9C4A-F48B80482A28}"/>
              </a:ext>
            </a:extLst>
          </p:cNvPr>
          <p:cNvPicPr>
            <a:picLocks noChangeAspect="1"/>
          </p:cNvPicPr>
          <p:nvPr/>
        </p:nvPicPr>
        <p:blipFill>
          <a:blip r:embed="rId3"/>
          <a:stretch>
            <a:fillRect/>
          </a:stretch>
        </p:blipFill>
        <p:spPr>
          <a:xfrm>
            <a:off x="1869566" y="2739961"/>
            <a:ext cx="5476875" cy="4000500"/>
          </a:xfrm>
          <a:prstGeom prst="rect">
            <a:avLst/>
          </a:prstGeom>
        </p:spPr>
      </p:pic>
      <p:sp>
        <p:nvSpPr>
          <p:cNvPr id="21" name="Rectangle 2">
            <a:extLst>
              <a:ext uri="{FF2B5EF4-FFF2-40B4-BE49-F238E27FC236}">
                <a16:creationId xmlns:a16="http://schemas.microsoft.com/office/drawing/2014/main" id="{61F062CC-B1F1-4898-90E3-65665EC625FD}"/>
              </a:ext>
            </a:extLst>
          </p:cNvPr>
          <p:cNvSpPr txBox="1">
            <a:spLocks noChangeArrowheads="1"/>
          </p:cNvSpPr>
          <p:nvPr/>
        </p:nvSpPr>
        <p:spPr>
          <a:xfrm>
            <a:off x="72008" y="125760"/>
            <a:ext cx="8964488" cy="1143000"/>
          </a:xfrm>
          <a:prstGeom prst="rect">
            <a:avLst/>
          </a:prstGeom>
          <a:solidFill>
            <a:schemeClr val="bg1"/>
          </a:solidFill>
        </p:spPr>
        <p:txBody>
          <a:bodyPr vert="horz" lIns="92075" tIns="46038" rIns="92075" bIns="46038"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s-ES_tradnl" sz="3200" dirty="0">
                <a:solidFill>
                  <a:srgbClr val="3333CC"/>
                </a:solidFill>
                <a:effectLst>
                  <a:outerShdw blurRad="38100" dist="38100" dir="2700000" algn="tl">
                    <a:srgbClr val="C0C0C0"/>
                  </a:outerShdw>
                </a:effectLst>
                <a:latin typeface="Dom Casual" charset="0"/>
              </a:rPr>
              <a:t> </a:t>
            </a:r>
            <a:r>
              <a:rPr lang="es-ES_tradnl" sz="3200" b="1" dirty="0">
                <a:solidFill>
                  <a:schemeClr val="accent4">
                    <a:lumMod val="50000"/>
                  </a:schemeClr>
                </a:solidFill>
                <a:effectLst>
                  <a:outerShdw blurRad="38100" dist="38100" dir="2700000" algn="tl">
                    <a:srgbClr val="C0C0C0"/>
                  </a:outerShdw>
                </a:effectLst>
                <a:latin typeface="Dom Casual" charset="0"/>
              </a:rPr>
              <a:t>Configuración de SSH para la administración remota</a:t>
            </a:r>
            <a:endParaRPr lang="es-ES_tradnl" sz="2400" b="1" dirty="0">
              <a:solidFill>
                <a:schemeClr val="accent5">
                  <a:lumMod val="75000"/>
                </a:schemeClr>
              </a:solidFill>
              <a:effectLst>
                <a:outerShdw blurRad="38100" dist="38100" dir="2700000" algn="tl">
                  <a:srgbClr val="C0C0C0"/>
                </a:outerShdw>
              </a:effectLst>
              <a:latin typeface="Dom Casual" charset="0"/>
            </a:endParaRPr>
          </a:p>
        </p:txBody>
      </p:sp>
      <p:sp>
        <p:nvSpPr>
          <p:cNvPr id="8" name="CuadroTexto 7">
            <a:extLst>
              <a:ext uri="{FF2B5EF4-FFF2-40B4-BE49-F238E27FC236}">
                <a16:creationId xmlns:a16="http://schemas.microsoft.com/office/drawing/2014/main" id="{413BFF53-BD00-4F44-945C-69AF134B783E}"/>
              </a:ext>
            </a:extLst>
          </p:cNvPr>
          <p:cNvSpPr txBox="1"/>
          <p:nvPr/>
        </p:nvSpPr>
        <p:spPr>
          <a:xfrm>
            <a:off x="467544" y="1369011"/>
            <a:ext cx="8280920" cy="1431161"/>
          </a:xfrm>
          <a:prstGeom prst="rect">
            <a:avLst/>
          </a:prstGeom>
          <a:noFill/>
        </p:spPr>
        <p:txBody>
          <a:bodyPr wrap="square">
            <a:spAutoFit/>
          </a:bodyPr>
          <a:lstStyle/>
          <a:p>
            <a:pPr algn="just" fontAlgn="base">
              <a:spcAft>
                <a:spcPts val="1200"/>
              </a:spcAft>
            </a:pPr>
            <a:r>
              <a:rPr lang="es-ES" b="1" i="0" dirty="0">
                <a:solidFill>
                  <a:schemeClr val="accent5">
                    <a:lumMod val="75000"/>
                  </a:schemeClr>
                </a:solidFill>
                <a:effectLst/>
              </a:rPr>
              <a:t>Paso 3: Configurar la autenticación del usuario</a:t>
            </a:r>
            <a:endParaRPr lang="es-ES" b="0" i="0" dirty="0">
              <a:solidFill>
                <a:schemeClr val="accent5">
                  <a:lumMod val="75000"/>
                </a:schemeClr>
              </a:solidFill>
              <a:effectLst/>
            </a:endParaRPr>
          </a:p>
          <a:p>
            <a:pPr algn="just" fontAlgn="base"/>
            <a:r>
              <a:rPr lang="es-ES" b="0" i="0" dirty="0">
                <a:solidFill>
                  <a:srgbClr val="444340"/>
                </a:solidFill>
                <a:effectLst/>
                <a:cs typeface="Arial" panose="020B0604020202020204" pitchFamily="34" charset="0"/>
              </a:rPr>
              <a:t>El servidor SSH puede autenticar a los usuarios localmente. </a:t>
            </a:r>
            <a:r>
              <a:rPr lang="es-ES" dirty="0">
                <a:solidFill>
                  <a:srgbClr val="444340"/>
                </a:solidFill>
                <a:cs typeface="Arial" panose="020B0604020202020204" pitchFamily="34" charset="0"/>
              </a:rPr>
              <a:t>Con el comando </a:t>
            </a:r>
            <a:r>
              <a:rPr lang="es-ES" b="1" dirty="0" err="1">
                <a:solidFill>
                  <a:schemeClr val="accent6">
                    <a:lumMod val="75000"/>
                  </a:schemeClr>
                </a:solidFill>
                <a:cs typeface="Arial" panose="020B0604020202020204" pitchFamily="34" charset="0"/>
              </a:rPr>
              <a:t>username</a:t>
            </a:r>
            <a:r>
              <a:rPr lang="es-ES" b="0" i="0" dirty="0">
                <a:solidFill>
                  <a:srgbClr val="444340"/>
                </a:solidFill>
                <a:effectLst/>
                <a:cs typeface="Arial" panose="020B0604020202020204" pitchFamily="34" charset="0"/>
              </a:rPr>
              <a:t>, cree el nombre del usuario y contraseña </a:t>
            </a:r>
          </a:p>
          <a:p>
            <a:pPr algn="just" fontAlgn="base">
              <a:spcBef>
                <a:spcPts val="600"/>
              </a:spcBef>
            </a:pPr>
            <a:r>
              <a:rPr lang="es-ES" b="1" dirty="0" err="1">
                <a:solidFill>
                  <a:schemeClr val="accent6">
                    <a:lumMod val="75000"/>
                  </a:schemeClr>
                </a:solidFill>
                <a:effectLst/>
                <a:cs typeface="Arial" panose="020B0604020202020204" pitchFamily="34" charset="0"/>
              </a:rPr>
              <a:t>username</a:t>
            </a:r>
            <a:r>
              <a:rPr lang="es-ES" b="1" dirty="0">
                <a:solidFill>
                  <a:srgbClr val="444340"/>
                </a:solidFill>
                <a:effectLst/>
                <a:cs typeface="Arial" panose="020B0604020202020204" pitchFamily="34" charset="0"/>
              </a:rPr>
              <a:t> Nombre del usuario </a:t>
            </a:r>
            <a:r>
              <a:rPr lang="es-ES" b="1" dirty="0" err="1">
                <a:solidFill>
                  <a:schemeClr val="accent6">
                    <a:lumMod val="75000"/>
                  </a:schemeClr>
                </a:solidFill>
                <a:effectLst/>
                <a:cs typeface="Arial" panose="020B0604020202020204" pitchFamily="34" charset="0"/>
              </a:rPr>
              <a:t>secret</a:t>
            </a:r>
            <a:r>
              <a:rPr lang="es-ES" b="1" dirty="0">
                <a:solidFill>
                  <a:schemeClr val="accent6">
                    <a:lumMod val="75000"/>
                  </a:schemeClr>
                </a:solidFill>
                <a:effectLst/>
                <a:cs typeface="Arial" panose="020B0604020202020204" pitchFamily="34" charset="0"/>
              </a:rPr>
              <a:t> </a:t>
            </a:r>
            <a:r>
              <a:rPr lang="es-ES" b="1" dirty="0">
                <a:solidFill>
                  <a:srgbClr val="444340"/>
                </a:solidFill>
                <a:effectLst/>
                <a:cs typeface="Arial" panose="020B0604020202020204" pitchFamily="34" charset="0"/>
              </a:rPr>
              <a:t>Contraseña</a:t>
            </a:r>
            <a:endParaRPr lang="es-ES" b="0" dirty="0">
              <a:solidFill>
                <a:srgbClr val="444340"/>
              </a:solidFill>
              <a:effectLst/>
              <a:cs typeface="Arial" panose="020B0604020202020204" pitchFamily="34" charset="0"/>
            </a:endParaRPr>
          </a:p>
        </p:txBody>
      </p:sp>
    </p:spTree>
    <p:extLst>
      <p:ext uri="{BB962C8B-B14F-4D97-AF65-F5344CB8AC3E}">
        <p14:creationId xmlns:p14="http://schemas.microsoft.com/office/powerpoint/2010/main" val="4281393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ECB922BC-1C62-458C-9C4A-F48B80482A28}"/>
              </a:ext>
            </a:extLst>
          </p:cNvPr>
          <p:cNvPicPr>
            <a:picLocks noChangeAspect="1"/>
          </p:cNvPicPr>
          <p:nvPr/>
        </p:nvPicPr>
        <p:blipFill>
          <a:blip r:embed="rId3"/>
          <a:stretch>
            <a:fillRect/>
          </a:stretch>
        </p:blipFill>
        <p:spPr>
          <a:xfrm>
            <a:off x="2051720" y="3429000"/>
            <a:ext cx="4680520" cy="3418814"/>
          </a:xfrm>
          <a:prstGeom prst="rect">
            <a:avLst/>
          </a:prstGeom>
        </p:spPr>
      </p:pic>
      <p:sp>
        <p:nvSpPr>
          <p:cNvPr id="21" name="Rectangle 2">
            <a:extLst>
              <a:ext uri="{FF2B5EF4-FFF2-40B4-BE49-F238E27FC236}">
                <a16:creationId xmlns:a16="http://schemas.microsoft.com/office/drawing/2014/main" id="{61F062CC-B1F1-4898-90E3-65665EC625FD}"/>
              </a:ext>
            </a:extLst>
          </p:cNvPr>
          <p:cNvSpPr txBox="1">
            <a:spLocks noChangeArrowheads="1"/>
          </p:cNvSpPr>
          <p:nvPr/>
        </p:nvSpPr>
        <p:spPr>
          <a:xfrm>
            <a:off x="18298" y="125760"/>
            <a:ext cx="8964488" cy="1143000"/>
          </a:xfrm>
          <a:prstGeom prst="rect">
            <a:avLst/>
          </a:prstGeom>
          <a:solidFill>
            <a:schemeClr val="bg1"/>
          </a:solidFill>
        </p:spPr>
        <p:txBody>
          <a:bodyPr vert="horz" lIns="92075" tIns="46038" rIns="92075" bIns="46038"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s-ES_tradnl" sz="3200" dirty="0">
                <a:solidFill>
                  <a:srgbClr val="3333CC"/>
                </a:solidFill>
                <a:effectLst>
                  <a:outerShdw blurRad="38100" dist="38100" dir="2700000" algn="tl">
                    <a:srgbClr val="C0C0C0"/>
                  </a:outerShdw>
                </a:effectLst>
                <a:latin typeface="Dom Casual" charset="0"/>
              </a:rPr>
              <a:t> </a:t>
            </a:r>
            <a:r>
              <a:rPr lang="es-ES_tradnl" sz="3200" b="1" dirty="0">
                <a:solidFill>
                  <a:schemeClr val="accent4">
                    <a:lumMod val="50000"/>
                  </a:schemeClr>
                </a:solidFill>
                <a:effectLst>
                  <a:outerShdw blurRad="38100" dist="38100" dir="2700000" algn="tl">
                    <a:srgbClr val="C0C0C0"/>
                  </a:outerShdw>
                </a:effectLst>
                <a:latin typeface="Dom Casual" charset="0"/>
              </a:rPr>
              <a:t>Configuración de SSH para la administración remota</a:t>
            </a:r>
            <a:endParaRPr lang="es-ES_tradnl" sz="2400" b="1" dirty="0">
              <a:solidFill>
                <a:schemeClr val="accent5">
                  <a:lumMod val="75000"/>
                </a:schemeClr>
              </a:solidFill>
              <a:effectLst>
                <a:outerShdw blurRad="38100" dist="38100" dir="2700000" algn="tl">
                  <a:srgbClr val="C0C0C0"/>
                </a:outerShdw>
              </a:effectLst>
              <a:latin typeface="Dom Casual" charset="0"/>
            </a:endParaRPr>
          </a:p>
        </p:txBody>
      </p:sp>
      <p:sp>
        <p:nvSpPr>
          <p:cNvPr id="8" name="CuadroTexto 7">
            <a:extLst>
              <a:ext uri="{FF2B5EF4-FFF2-40B4-BE49-F238E27FC236}">
                <a16:creationId xmlns:a16="http://schemas.microsoft.com/office/drawing/2014/main" id="{413BFF53-BD00-4F44-945C-69AF134B783E}"/>
              </a:ext>
            </a:extLst>
          </p:cNvPr>
          <p:cNvSpPr txBox="1"/>
          <p:nvPr/>
        </p:nvSpPr>
        <p:spPr>
          <a:xfrm>
            <a:off x="467544" y="1220115"/>
            <a:ext cx="8352928" cy="1908215"/>
          </a:xfrm>
          <a:prstGeom prst="rect">
            <a:avLst/>
          </a:prstGeom>
          <a:noFill/>
        </p:spPr>
        <p:txBody>
          <a:bodyPr wrap="square">
            <a:spAutoFit/>
          </a:bodyPr>
          <a:lstStyle/>
          <a:p>
            <a:pPr algn="just" fontAlgn="base">
              <a:spcAft>
                <a:spcPts val="1200"/>
              </a:spcAft>
            </a:pPr>
            <a:r>
              <a:rPr lang="es-ES" b="1" i="0" dirty="0">
                <a:solidFill>
                  <a:schemeClr val="accent5">
                    <a:lumMod val="75000"/>
                  </a:schemeClr>
                </a:solidFill>
                <a:effectLst/>
              </a:rPr>
              <a:t>Paso 4: Configurar las líneas </a:t>
            </a:r>
            <a:r>
              <a:rPr lang="es-ES" b="1" i="0" dirty="0" err="1">
                <a:solidFill>
                  <a:schemeClr val="accent5">
                    <a:lumMod val="75000"/>
                  </a:schemeClr>
                </a:solidFill>
                <a:effectLst/>
              </a:rPr>
              <a:t>vty</a:t>
            </a:r>
            <a:endParaRPr lang="es-ES" b="0" i="0" dirty="0">
              <a:solidFill>
                <a:schemeClr val="accent5">
                  <a:lumMod val="75000"/>
                </a:schemeClr>
              </a:solidFill>
              <a:effectLst/>
            </a:endParaRPr>
          </a:p>
          <a:p>
            <a:pPr marL="285750" indent="-285750" algn="just" fontAlgn="base">
              <a:buFont typeface="Arial" panose="020B0604020202020204" pitchFamily="34" charset="0"/>
              <a:buChar char="•"/>
            </a:pPr>
            <a:r>
              <a:rPr lang="es-ES" b="0" i="0" dirty="0">
                <a:solidFill>
                  <a:srgbClr val="444340"/>
                </a:solidFill>
                <a:effectLst/>
                <a:latin typeface="Ubuntu"/>
              </a:rPr>
              <a:t>Habilite el protocolo SSH en las </a:t>
            </a:r>
            <a:r>
              <a:rPr lang="es-ES" b="1" i="0" dirty="0">
                <a:solidFill>
                  <a:schemeClr val="accent6">
                    <a:lumMod val="75000"/>
                  </a:schemeClr>
                </a:solidFill>
                <a:effectLst/>
                <a:latin typeface="Ubuntu"/>
              </a:rPr>
              <a:t>líneas </a:t>
            </a:r>
            <a:r>
              <a:rPr lang="es-ES" b="1" i="0" dirty="0" err="1">
                <a:solidFill>
                  <a:schemeClr val="accent6">
                    <a:lumMod val="75000"/>
                  </a:schemeClr>
                </a:solidFill>
                <a:effectLst/>
                <a:latin typeface="Ubuntu"/>
              </a:rPr>
              <a:t>vty</a:t>
            </a:r>
            <a:r>
              <a:rPr lang="es-ES" b="1" i="0" dirty="0">
                <a:solidFill>
                  <a:schemeClr val="accent6">
                    <a:lumMod val="75000"/>
                  </a:schemeClr>
                </a:solidFill>
                <a:effectLst/>
                <a:latin typeface="Ubuntu"/>
              </a:rPr>
              <a:t> </a:t>
            </a:r>
            <a:r>
              <a:rPr lang="es-ES" b="0" i="0" dirty="0">
                <a:solidFill>
                  <a:srgbClr val="444340"/>
                </a:solidFill>
                <a:effectLst/>
                <a:latin typeface="Ubuntu"/>
              </a:rPr>
              <a:t>mediante el comando </a:t>
            </a:r>
            <a:r>
              <a:rPr lang="es-ES" b="1" i="0" dirty="0" err="1">
                <a:solidFill>
                  <a:schemeClr val="accent6">
                    <a:lumMod val="75000"/>
                  </a:schemeClr>
                </a:solidFill>
                <a:effectLst/>
                <a:latin typeface="Ubuntu"/>
              </a:rPr>
              <a:t>transport</a:t>
            </a:r>
            <a:r>
              <a:rPr lang="es-ES" b="1" i="0" dirty="0">
                <a:solidFill>
                  <a:schemeClr val="accent6">
                    <a:lumMod val="75000"/>
                  </a:schemeClr>
                </a:solidFill>
                <a:effectLst/>
                <a:latin typeface="Ubuntu"/>
              </a:rPr>
              <a:t> input </a:t>
            </a:r>
            <a:r>
              <a:rPr lang="es-ES" b="1" i="0" dirty="0" err="1">
                <a:solidFill>
                  <a:schemeClr val="accent6">
                    <a:lumMod val="75000"/>
                  </a:schemeClr>
                </a:solidFill>
                <a:effectLst/>
                <a:latin typeface="Ubuntu"/>
              </a:rPr>
              <a:t>ssh</a:t>
            </a:r>
            <a:r>
              <a:rPr lang="es-ES" b="0" i="0" dirty="0">
                <a:solidFill>
                  <a:srgbClr val="444340"/>
                </a:solidFill>
                <a:effectLst/>
                <a:latin typeface="Ubuntu"/>
              </a:rPr>
              <a:t>. El switch tiene líneas </a:t>
            </a:r>
            <a:r>
              <a:rPr lang="es-ES" b="0" i="0" dirty="0" err="1">
                <a:solidFill>
                  <a:srgbClr val="444340"/>
                </a:solidFill>
                <a:effectLst/>
                <a:latin typeface="Ubuntu"/>
              </a:rPr>
              <a:t>vty</a:t>
            </a:r>
            <a:r>
              <a:rPr lang="es-ES" b="0" i="0" dirty="0">
                <a:solidFill>
                  <a:srgbClr val="444340"/>
                </a:solidFill>
                <a:effectLst/>
                <a:latin typeface="Ubuntu"/>
              </a:rPr>
              <a:t> que van de 0 a 15. Esta configuración evita las conexiones que no son SSH (como Telnet), permite solo las conexiones SSH. </a:t>
            </a:r>
          </a:p>
          <a:p>
            <a:pPr marL="285750" indent="-285750" algn="just" fontAlgn="base">
              <a:buFont typeface="Arial" panose="020B0604020202020204" pitchFamily="34" charset="0"/>
              <a:buChar char="•"/>
            </a:pPr>
            <a:r>
              <a:rPr lang="es-ES" b="0" i="0" dirty="0">
                <a:solidFill>
                  <a:srgbClr val="444340"/>
                </a:solidFill>
                <a:effectLst/>
                <a:latin typeface="Ubuntu"/>
              </a:rPr>
              <a:t>Use el comando </a:t>
            </a:r>
            <a:r>
              <a:rPr lang="es-ES" b="1" i="0" dirty="0" err="1">
                <a:solidFill>
                  <a:schemeClr val="accent6">
                    <a:lumMod val="75000"/>
                  </a:schemeClr>
                </a:solidFill>
                <a:effectLst/>
                <a:latin typeface="Ubuntu"/>
              </a:rPr>
              <a:t>login</a:t>
            </a:r>
            <a:r>
              <a:rPr lang="es-ES" b="1" i="0" dirty="0">
                <a:solidFill>
                  <a:schemeClr val="accent6">
                    <a:lumMod val="75000"/>
                  </a:schemeClr>
                </a:solidFill>
                <a:effectLst/>
                <a:latin typeface="Ubuntu"/>
              </a:rPr>
              <a:t> local </a:t>
            </a:r>
            <a:r>
              <a:rPr lang="es-ES" b="0" i="0" dirty="0">
                <a:solidFill>
                  <a:srgbClr val="444340"/>
                </a:solidFill>
                <a:effectLst/>
                <a:latin typeface="Ubuntu"/>
              </a:rPr>
              <a:t>para requerir la autenticación local de las conexiones SSH mediante la base de datos de nombres de usuarios locales.</a:t>
            </a:r>
            <a:endParaRPr lang="es-ES" b="0" dirty="0">
              <a:solidFill>
                <a:srgbClr val="444340"/>
              </a:solidFill>
              <a:effectLst/>
              <a:cs typeface="Arial" panose="020B0604020202020204" pitchFamily="34" charset="0"/>
            </a:endParaRPr>
          </a:p>
        </p:txBody>
      </p:sp>
    </p:spTree>
    <p:extLst>
      <p:ext uri="{BB962C8B-B14F-4D97-AF65-F5344CB8AC3E}">
        <p14:creationId xmlns:p14="http://schemas.microsoft.com/office/powerpoint/2010/main" val="2658823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F70C1-B50B-89F6-E0FB-5E28113FDBB7}"/>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5C9A2A9D-FA83-8E63-AC6B-EDAF8F8F937B}"/>
              </a:ext>
            </a:extLst>
          </p:cNvPr>
          <p:cNvPicPr>
            <a:picLocks noChangeAspect="1"/>
          </p:cNvPicPr>
          <p:nvPr/>
        </p:nvPicPr>
        <p:blipFill>
          <a:blip r:embed="rId3"/>
          <a:stretch>
            <a:fillRect/>
          </a:stretch>
        </p:blipFill>
        <p:spPr>
          <a:xfrm>
            <a:off x="4824685" y="3717032"/>
            <a:ext cx="3796650" cy="2773205"/>
          </a:xfrm>
          <a:prstGeom prst="rect">
            <a:avLst/>
          </a:prstGeom>
        </p:spPr>
      </p:pic>
      <p:sp>
        <p:nvSpPr>
          <p:cNvPr id="21" name="Rectangle 2">
            <a:extLst>
              <a:ext uri="{FF2B5EF4-FFF2-40B4-BE49-F238E27FC236}">
                <a16:creationId xmlns:a16="http://schemas.microsoft.com/office/drawing/2014/main" id="{A17D28D0-9347-72C4-4115-6CFECDF6B6A6}"/>
              </a:ext>
            </a:extLst>
          </p:cNvPr>
          <p:cNvSpPr txBox="1">
            <a:spLocks noChangeArrowheads="1"/>
          </p:cNvSpPr>
          <p:nvPr/>
        </p:nvSpPr>
        <p:spPr>
          <a:xfrm>
            <a:off x="18298" y="125760"/>
            <a:ext cx="8964488" cy="1143000"/>
          </a:xfrm>
          <a:prstGeom prst="rect">
            <a:avLst/>
          </a:prstGeom>
          <a:solidFill>
            <a:schemeClr val="bg1"/>
          </a:solidFill>
        </p:spPr>
        <p:txBody>
          <a:bodyPr vert="horz" lIns="92075" tIns="46038" rIns="92075" bIns="46038"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s-ES_tradnl" sz="3200" dirty="0">
                <a:solidFill>
                  <a:srgbClr val="3333CC"/>
                </a:solidFill>
                <a:effectLst>
                  <a:outerShdw blurRad="38100" dist="38100" dir="2700000" algn="tl">
                    <a:srgbClr val="C0C0C0"/>
                  </a:outerShdw>
                </a:effectLst>
                <a:latin typeface="Dom Casual" charset="0"/>
              </a:rPr>
              <a:t> </a:t>
            </a:r>
            <a:r>
              <a:rPr lang="es-ES_tradnl" sz="3200" b="1" dirty="0">
                <a:solidFill>
                  <a:schemeClr val="accent4">
                    <a:lumMod val="50000"/>
                  </a:schemeClr>
                </a:solidFill>
                <a:effectLst>
                  <a:outerShdw blurRad="38100" dist="38100" dir="2700000" algn="tl">
                    <a:srgbClr val="C0C0C0"/>
                  </a:outerShdw>
                </a:effectLst>
                <a:latin typeface="Dom Casual" charset="0"/>
              </a:rPr>
              <a:t>Configuración de SSH para la administración remota</a:t>
            </a:r>
            <a:endParaRPr lang="es-ES_tradnl" sz="2400" b="1" dirty="0">
              <a:solidFill>
                <a:schemeClr val="accent5">
                  <a:lumMod val="75000"/>
                </a:schemeClr>
              </a:solidFill>
              <a:effectLst>
                <a:outerShdw blurRad="38100" dist="38100" dir="2700000" algn="tl">
                  <a:srgbClr val="C0C0C0"/>
                </a:outerShdw>
              </a:effectLst>
              <a:latin typeface="Dom Casual" charset="0"/>
            </a:endParaRPr>
          </a:p>
        </p:txBody>
      </p:sp>
      <p:sp>
        <p:nvSpPr>
          <p:cNvPr id="8" name="CuadroTexto 7">
            <a:extLst>
              <a:ext uri="{FF2B5EF4-FFF2-40B4-BE49-F238E27FC236}">
                <a16:creationId xmlns:a16="http://schemas.microsoft.com/office/drawing/2014/main" id="{A3A4593B-5ECA-9D8B-73D2-5050A77BF01B}"/>
              </a:ext>
            </a:extLst>
          </p:cNvPr>
          <p:cNvSpPr txBox="1"/>
          <p:nvPr/>
        </p:nvSpPr>
        <p:spPr>
          <a:xfrm>
            <a:off x="629858" y="1338492"/>
            <a:ext cx="8352928" cy="3509935"/>
          </a:xfrm>
          <a:prstGeom prst="rect">
            <a:avLst/>
          </a:prstGeom>
          <a:noFill/>
        </p:spPr>
        <p:txBody>
          <a:bodyPr wrap="square">
            <a:spAutoFit/>
          </a:bodyPr>
          <a:lstStyle/>
          <a:p>
            <a:pPr marL="342900" indent="-342900" algn="just" fontAlgn="base">
              <a:lnSpc>
                <a:spcPts val="2500"/>
              </a:lnSpc>
              <a:buFont typeface="+mj-lt"/>
              <a:buAutoNum type="arabicPeriod"/>
            </a:pPr>
            <a:r>
              <a:rPr lang="es-MX" dirty="0"/>
              <a:t>Configurar un </a:t>
            </a:r>
            <a:r>
              <a:rPr lang="es-MX" b="1" dirty="0"/>
              <a:t>nombre de dominio</a:t>
            </a:r>
            <a:endParaRPr lang="es-MX" dirty="0"/>
          </a:p>
          <a:p>
            <a:pPr lvl="1" algn="just" fontAlgn="base">
              <a:lnSpc>
                <a:spcPts val="2500"/>
              </a:lnSpc>
              <a:spcAft>
                <a:spcPts val="600"/>
              </a:spcAft>
            </a:pPr>
            <a:r>
              <a:rPr lang="es-MX" b="1" dirty="0" err="1">
                <a:solidFill>
                  <a:schemeClr val="accent6">
                    <a:lumMod val="75000"/>
                  </a:schemeClr>
                </a:solidFill>
              </a:rPr>
              <a:t>ip</a:t>
            </a:r>
            <a:r>
              <a:rPr lang="es-MX" b="1" dirty="0">
                <a:solidFill>
                  <a:schemeClr val="accent6">
                    <a:lumMod val="75000"/>
                  </a:schemeClr>
                </a:solidFill>
              </a:rPr>
              <a:t> </a:t>
            </a:r>
            <a:r>
              <a:rPr lang="es-MX" b="1" dirty="0" err="1">
                <a:solidFill>
                  <a:schemeClr val="accent6">
                    <a:lumMod val="75000"/>
                  </a:schemeClr>
                </a:solidFill>
              </a:rPr>
              <a:t>domain-name</a:t>
            </a:r>
            <a:r>
              <a:rPr lang="es-MX" b="1" dirty="0">
                <a:solidFill>
                  <a:schemeClr val="accent6">
                    <a:lumMod val="75000"/>
                  </a:schemeClr>
                </a:solidFill>
              </a:rPr>
              <a:t> </a:t>
            </a:r>
            <a:r>
              <a:rPr lang="es-MX" b="1" dirty="0"/>
              <a:t>NOMBRE_DOMINIO </a:t>
            </a:r>
          </a:p>
          <a:p>
            <a:pPr marL="342900" indent="-342900" algn="just" fontAlgn="base">
              <a:lnSpc>
                <a:spcPts val="2500"/>
              </a:lnSpc>
              <a:buFont typeface="+mj-lt"/>
              <a:buAutoNum type="arabicPeriod"/>
            </a:pPr>
            <a:r>
              <a:rPr lang="es-MX" dirty="0"/>
              <a:t>Generar claves RSA criptográficas </a:t>
            </a:r>
          </a:p>
          <a:p>
            <a:pPr lvl="1" algn="just" fontAlgn="base">
              <a:lnSpc>
                <a:spcPts val="2500"/>
              </a:lnSpc>
              <a:spcAft>
                <a:spcPts val="600"/>
              </a:spcAft>
            </a:pPr>
            <a:r>
              <a:rPr lang="es-MX" b="1" dirty="0" err="1">
                <a:solidFill>
                  <a:schemeClr val="accent6">
                    <a:lumMod val="75000"/>
                  </a:schemeClr>
                </a:solidFill>
              </a:rPr>
              <a:t>crypto</a:t>
            </a:r>
            <a:r>
              <a:rPr lang="es-MX" b="1" dirty="0">
                <a:solidFill>
                  <a:schemeClr val="accent6">
                    <a:lumMod val="75000"/>
                  </a:schemeClr>
                </a:solidFill>
              </a:rPr>
              <a:t> </a:t>
            </a:r>
            <a:r>
              <a:rPr lang="es-MX" b="1" dirty="0" err="1">
                <a:solidFill>
                  <a:schemeClr val="accent6">
                    <a:lumMod val="75000"/>
                  </a:schemeClr>
                </a:solidFill>
              </a:rPr>
              <a:t>key</a:t>
            </a:r>
            <a:r>
              <a:rPr lang="es-MX" b="1" dirty="0">
                <a:solidFill>
                  <a:schemeClr val="accent6">
                    <a:lumMod val="75000"/>
                  </a:schemeClr>
                </a:solidFill>
              </a:rPr>
              <a:t> </a:t>
            </a:r>
            <a:r>
              <a:rPr lang="es-MX" b="1" dirty="0" err="1">
                <a:solidFill>
                  <a:schemeClr val="accent6">
                    <a:lumMod val="75000"/>
                  </a:schemeClr>
                </a:solidFill>
              </a:rPr>
              <a:t>generate</a:t>
            </a:r>
            <a:r>
              <a:rPr lang="es-MX" b="1" dirty="0">
                <a:solidFill>
                  <a:schemeClr val="accent6">
                    <a:lumMod val="75000"/>
                  </a:schemeClr>
                </a:solidFill>
              </a:rPr>
              <a:t> </a:t>
            </a:r>
            <a:r>
              <a:rPr lang="es-MX" b="1" dirty="0" err="1">
                <a:solidFill>
                  <a:schemeClr val="accent6">
                    <a:lumMod val="75000"/>
                  </a:schemeClr>
                </a:solidFill>
              </a:rPr>
              <a:t>rsa</a:t>
            </a:r>
            <a:r>
              <a:rPr lang="es-MX" b="1" dirty="0">
                <a:solidFill>
                  <a:schemeClr val="accent6">
                    <a:lumMod val="75000"/>
                  </a:schemeClr>
                </a:solidFill>
              </a:rPr>
              <a:t> </a:t>
            </a:r>
          </a:p>
          <a:p>
            <a:pPr marL="342900" indent="-342900" algn="just" fontAlgn="base">
              <a:lnSpc>
                <a:spcPts val="2500"/>
              </a:lnSpc>
              <a:buFont typeface="+mj-lt"/>
              <a:buAutoNum type="arabicPeriod"/>
            </a:pPr>
            <a:r>
              <a:rPr lang="es-MX" dirty="0"/>
              <a:t>Crear un usuario local para la autenticación </a:t>
            </a:r>
          </a:p>
          <a:p>
            <a:pPr lvl="1" algn="just" fontAlgn="base">
              <a:lnSpc>
                <a:spcPts val="2500"/>
              </a:lnSpc>
              <a:spcAft>
                <a:spcPts val="600"/>
              </a:spcAft>
            </a:pPr>
            <a:r>
              <a:rPr lang="es-MX" b="1" dirty="0" err="1">
                <a:solidFill>
                  <a:schemeClr val="accent6">
                    <a:lumMod val="75000"/>
                  </a:schemeClr>
                </a:solidFill>
              </a:rPr>
              <a:t>username</a:t>
            </a:r>
            <a:r>
              <a:rPr lang="es-MX" b="1" dirty="0"/>
              <a:t> NOMBRE_USUARIO </a:t>
            </a:r>
            <a:r>
              <a:rPr lang="es-MX" b="1" dirty="0" err="1">
                <a:solidFill>
                  <a:schemeClr val="accent6">
                    <a:lumMod val="75000"/>
                  </a:schemeClr>
                </a:solidFill>
              </a:rPr>
              <a:t>secret</a:t>
            </a:r>
            <a:r>
              <a:rPr lang="es-MX" b="1" dirty="0"/>
              <a:t> CONTRASENA_SEGURA</a:t>
            </a:r>
          </a:p>
          <a:p>
            <a:pPr marL="342900" indent="-342900" algn="just" fontAlgn="base">
              <a:lnSpc>
                <a:spcPts val="2500"/>
              </a:lnSpc>
              <a:buFont typeface="+mj-lt"/>
              <a:buAutoNum type="arabicPeriod"/>
            </a:pPr>
            <a:r>
              <a:rPr lang="es-MX" dirty="0"/>
              <a:t>Configurar las líneas VTY para permitir solo SSH </a:t>
            </a:r>
          </a:p>
          <a:p>
            <a:pPr lvl="1" algn="just" fontAlgn="base">
              <a:lnSpc>
                <a:spcPts val="2500"/>
              </a:lnSpc>
            </a:pPr>
            <a:r>
              <a:rPr lang="es-MX" b="1" dirty="0">
                <a:solidFill>
                  <a:schemeClr val="accent6">
                    <a:lumMod val="75000"/>
                  </a:schemeClr>
                </a:solidFill>
              </a:rPr>
              <a:t>line </a:t>
            </a:r>
            <a:r>
              <a:rPr lang="es-MX" b="1" dirty="0" err="1">
                <a:solidFill>
                  <a:schemeClr val="accent6">
                    <a:lumMod val="75000"/>
                  </a:schemeClr>
                </a:solidFill>
              </a:rPr>
              <a:t>vty</a:t>
            </a:r>
            <a:r>
              <a:rPr lang="es-MX" b="1" dirty="0">
                <a:solidFill>
                  <a:schemeClr val="accent6">
                    <a:lumMod val="75000"/>
                  </a:schemeClr>
                </a:solidFill>
              </a:rPr>
              <a:t> 0 15 </a:t>
            </a:r>
          </a:p>
          <a:p>
            <a:pPr lvl="1" algn="just" fontAlgn="base">
              <a:lnSpc>
                <a:spcPts val="2500"/>
              </a:lnSpc>
            </a:pPr>
            <a:r>
              <a:rPr lang="es-MX" b="1" dirty="0" err="1">
                <a:solidFill>
                  <a:schemeClr val="accent6">
                    <a:lumMod val="75000"/>
                  </a:schemeClr>
                </a:solidFill>
              </a:rPr>
              <a:t>login</a:t>
            </a:r>
            <a:r>
              <a:rPr lang="es-MX" b="1" dirty="0">
                <a:solidFill>
                  <a:schemeClr val="accent6">
                    <a:lumMod val="75000"/>
                  </a:schemeClr>
                </a:solidFill>
              </a:rPr>
              <a:t> local </a:t>
            </a:r>
            <a:r>
              <a:rPr lang="es-MX" b="1" dirty="0" err="1">
                <a:solidFill>
                  <a:schemeClr val="accent6">
                    <a:lumMod val="75000"/>
                  </a:schemeClr>
                </a:solidFill>
              </a:rPr>
              <a:t>transport</a:t>
            </a:r>
            <a:r>
              <a:rPr lang="es-MX" b="1" dirty="0">
                <a:solidFill>
                  <a:schemeClr val="accent6">
                    <a:lumMod val="75000"/>
                  </a:schemeClr>
                </a:solidFill>
              </a:rPr>
              <a:t> </a:t>
            </a:r>
          </a:p>
          <a:p>
            <a:pPr lvl="1" algn="just" fontAlgn="base">
              <a:lnSpc>
                <a:spcPts val="2500"/>
              </a:lnSpc>
            </a:pPr>
            <a:r>
              <a:rPr lang="es-MX" b="1" dirty="0">
                <a:solidFill>
                  <a:schemeClr val="accent6">
                    <a:lumMod val="75000"/>
                  </a:schemeClr>
                </a:solidFill>
              </a:rPr>
              <a:t>input </a:t>
            </a:r>
            <a:r>
              <a:rPr lang="es-MX" b="1" dirty="0" err="1">
                <a:solidFill>
                  <a:schemeClr val="accent6">
                    <a:lumMod val="75000"/>
                  </a:schemeClr>
                </a:solidFill>
              </a:rPr>
              <a:t>ssh</a:t>
            </a:r>
            <a:endParaRPr lang="es-ES" b="1" dirty="0">
              <a:solidFill>
                <a:schemeClr val="accent6">
                  <a:lumMod val="75000"/>
                </a:schemeClr>
              </a:solidFill>
              <a:effectLst/>
              <a:cs typeface="Arial" panose="020B0604020202020204" pitchFamily="34" charset="0"/>
            </a:endParaRPr>
          </a:p>
        </p:txBody>
      </p:sp>
    </p:spTree>
    <p:extLst>
      <p:ext uri="{BB962C8B-B14F-4D97-AF65-F5344CB8AC3E}">
        <p14:creationId xmlns:p14="http://schemas.microsoft.com/office/powerpoint/2010/main" val="1751793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CBF20-4F5A-C5B0-2AF1-6222DA61055D}"/>
            </a:ext>
          </a:extLst>
        </p:cNvPr>
        <p:cNvGrpSpPr/>
        <p:nvPr/>
      </p:nvGrpSpPr>
      <p:grpSpPr>
        <a:xfrm>
          <a:off x="0" y="0"/>
          <a:ext cx="0" cy="0"/>
          <a:chOff x="0" y="0"/>
          <a:chExt cx="0" cy="0"/>
        </a:xfrm>
      </p:grpSpPr>
      <p:sp>
        <p:nvSpPr>
          <p:cNvPr id="21" name="Rectangle 2">
            <a:extLst>
              <a:ext uri="{FF2B5EF4-FFF2-40B4-BE49-F238E27FC236}">
                <a16:creationId xmlns:a16="http://schemas.microsoft.com/office/drawing/2014/main" id="{585F46E6-7D7C-F3EA-C1F1-358DA95A7884}"/>
              </a:ext>
            </a:extLst>
          </p:cNvPr>
          <p:cNvSpPr txBox="1">
            <a:spLocks noChangeArrowheads="1"/>
          </p:cNvSpPr>
          <p:nvPr/>
        </p:nvSpPr>
        <p:spPr>
          <a:xfrm>
            <a:off x="18298" y="125760"/>
            <a:ext cx="8964488" cy="1143000"/>
          </a:xfrm>
          <a:prstGeom prst="rect">
            <a:avLst/>
          </a:prstGeom>
          <a:solidFill>
            <a:schemeClr val="bg1"/>
          </a:solidFill>
        </p:spPr>
        <p:txBody>
          <a:bodyPr vert="horz" lIns="92075" tIns="46038" rIns="92075" bIns="46038"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s-ES_tradnl" sz="3200" dirty="0">
                <a:solidFill>
                  <a:srgbClr val="3333CC"/>
                </a:solidFill>
                <a:effectLst>
                  <a:outerShdw blurRad="38100" dist="38100" dir="2700000" algn="tl">
                    <a:srgbClr val="C0C0C0"/>
                  </a:outerShdw>
                </a:effectLst>
                <a:latin typeface="Dom Casual" charset="0"/>
              </a:rPr>
              <a:t> </a:t>
            </a:r>
            <a:r>
              <a:rPr lang="es-ES_tradnl" sz="3200" b="1" dirty="0">
                <a:solidFill>
                  <a:schemeClr val="accent4">
                    <a:lumMod val="50000"/>
                  </a:schemeClr>
                </a:solidFill>
                <a:effectLst>
                  <a:outerShdw blurRad="38100" dist="38100" dir="2700000" algn="tl">
                    <a:srgbClr val="C0C0C0"/>
                  </a:outerShdw>
                </a:effectLst>
                <a:latin typeface="Dom Casual" charset="0"/>
              </a:rPr>
              <a:t>Configuración de SSH para la administración remota</a:t>
            </a:r>
            <a:endParaRPr lang="es-ES_tradnl" sz="2400" b="1" dirty="0">
              <a:solidFill>
                <a:schemeClr val="accent5">
                  <a:lumMod val="75000"/>
                </a:schemeClr>
              </a:solidFill>
              <a:effectLst>
                <a:outerShdw blurRad="38100" dist="38100" dir="2700000" algn="tl">
                  <a:srgbClr val="C0C0C0"/>
                </a:outerShdw>
              </a:effectLst>
              <a:latin typeface="Dom Casual" charset="0"/>
            </a:endParaRPr>
          </a:p>
        </p:txBody>
      </p:sp>
      <p:sp>
        <p:nvSpPr>
          <p:cNvPr id="8" name="CuadroTexto 7">
            <a:extLst>
              <a:ext uri="{FF2B5EF4-FFF2-40B4-BE49-F238E27FC236}">
                <a16:creationId xmlns:a16="http://schemas.microsoft.com/office/drawing/2014/main" id="{D9896FC8-B10F-36A8-249A-EE6B52E85936}"/>
              </a:ext>
            </a:extLst>
          </p:cNvPr>
          <p:cNvSpPr txBox="1"/>
          <p:nvPr/>
        </p:nvSpPr>
        <p:spPr>
          <a:xfrm>
            <a:off x="467544" y="1268760"/>
            <a:ext cx="8352928" cy="5243102"/>
          </a:xfrm>
          <a:prstGeom prst="rect">
            <a:avLst/>
          </a:prstGeom>
          <a:noFill/>
        </p:spPr>
        <p:txBody>
          <a:bodyPr wrap="square">
            <a:spAutoFit/>
          </a:bodyPr>
          <a:lstStyle/>
          <a:p>
            <a:pPr>
              <a:lnSpc>
                <a:spcPts val="2500"/>
              </a:lnSpc>
              <a:spcAft>
                <a:spcPts val="300"/>
              </a:spcAft>
            </a:pPr>
            <a:r>
              <a:rPr lang="es-MX" b="1" dirty="0">
                <a:solidFill>
                  <a:srgbClr val="0070C0"/>
                </a:solidFill>
                <a:latin typeface="Arial" panose="020B0604020202020204" pitchFamily="34" charset="0"/>
                <a:cs typeface="Arial" panose="020B0604020202020204" pitchFamily="34" charset="0"/>
              </a:rPr>
              <a:t>¿Cómo proporcionaría acceso a un dispositivo de red a varios usuarios, cada uno con un nombre de usuario diferente?</a:t>
            </a:r>
            <a:endParaRPr lang="es-MX" dirty="0">
              <a:solidFill>
                <a:srgbClr val="0070C0"/>
              </a:solidFill>
              <a:latin typeface="Arial" panose="020B0604020202020204" pitchFamily="34" charset="0"/>
              <a:cs typeface="Arial" panose="020B0604020202020204" pitchFamily="34" charset="0"/>
            </a:endParaRPr>
          </a:p>
          <a:p>
            <a:pPr>
              <a:lnSpc>
                <a:spcPts val="2500"/>
              </a:lnSpc>
            </a:pPr>
            <a:r>
              <a:rPr lang="es-MX" dirty="0">
                <a:latin typeface="Arial" panose="020B0604020202020204" pitchFamily="34" charset="0"/>
                <a:cs typeface="Arial" panose="020B0604020202020204" pitchFamily="34" charset="0"/>
              </a:rPr>
              <a:t>Se agregaría el nombre de usuario y la contraseña de cada usuario a la base de datos local mediante el comando </a:t>
            </a:r>
            <a:r>
              <a:rPr lang="es-MX" b="1" dirty="0" err="1">
                <a:latin typeface="Arial" panose="020B0604020202020204" pitchFamily="34" charset="0"/>
                <a:cs typeface="Arial" panose="020B0604020202020204" pitchFamily="34" charset="0"/>
              </a:rPr>
              <a:t>username</a:t>
            </a:r>
            <a:r>
              <a:rPr lang="es-MX" dirty="0">
                <a:latin typeface="Arial" panose="020B0604020202020204" pitchFamily="34" charset="0"/>
                <a:cs typeface="Arial" panose="020B0604020202020204" pitchFamily="34" charset="0"/>
              </a:rPr>
              <a:t>.</a:t>
            </a:r>
          </a:p>
          <a:p>
            <a:endParaRPr lang="es-MX" sz="1200" dirty="0">
              <a:latin typeface="Arial" panose="020B0604020202020204" pitchFamily="34" charset="0"/>
              <a:cs typeface="Arial" panose="020B0604020202020204" pitchFamily="34" charset="0"/>
            </a:endParaRPr>
          </a:p>
          <a:p>
            <a:pPr>
              <a:lnSpc>
                <a:spcPts val="2500"/>
              </a:lnSpc>
            </a:pPr>
            <a:r>
              <a:rPr lang="en-US" b="1" dirty="0">
                <a:latin typeface="Arial" panose="020B0604020202020204" pitchFamily="34" charset="0"/>
                <a:cs typeface="Arial" panose="020B0604020202020204" pitchFamily="34" charset="0"/>
              </a:rPr>
              <a:t>username admin </a:t>
            </a:r>
            <a:r>
              <a:rPr lang="en-US" b="1" dirty="0">
                <a:solidFill>
                  <a:schemeClr val="accent6">
                    <a:lumMod val="75000"/>
                  </a:schemeClr>
                </a:solidFill>
                <a:latin typeface="Arial" panose="020B0604020202020204" pitchFamily="34" charset="0"/>
                <a:cs typeface="Arial" panose="020B0604020202020204" pitchFamily="34" charset="0"/>
              </a:rPr>
              <a:t>privilege 15 </a:t>
            </a:r>
            <a:r>
              <a:rPr lang="en-US" b="1" dirty="0">
                <a:latin typeface="Arial" panose="020B0604020202020204" pitchFamily="34" charset="0"/>
                <a:cs typeface="Arial" panose="020B0604020202020204" pitchFamily="34" charset="0"/>
              </a:rPr>
              <a:t>secret </a:t>
            </a:r>
            <a:r>
              <a:rPr lang="en-US" b="1" dirty="0" err="1">
                <a:latin typeface="Arial" panose="020B0604020202020204" pitchFamily="34" charset="0"/>
                <a:cs typeface="Arial" panose="020B0604020202020204" pitchFamily="34" charset="0"/>
              </a:rPr>
              <a:t>adminpass</a:t>
            </a:r>
            <a:endParaRPr lang="es-MX" dirty="0">
              <a:latin typeface="Arial" panose="020B0604020202020204" pitchFamily="34" charset="0"/>
              <a:cs typeface="Arial" panose="020B0604020202020204" pitchFamily="34" charset="0"/>
            </a:endParaRPr>
          </a:p>
          <a:p>
            <a:pPr>
              <a:lnSpc>
                <a:spcPts val="2500"/>
              </a:lnSpc>
            </a:pPr>
            <a:r>
              <a:rPr lang="en-US" b="1" dirty="0">
                <a:latin typeface="Arial" panose="020B0604020202020204" pitchFamily="34" charset="0"/>
                <a:cs typeface="Arial" panose="020B0604020202020204" pitchFamily="34" charset="0"/>
              </a:rPr>
              <a:t>username usuario1 </a:t>
            </a:r>
            <a:r>
              <a:rPr lang="en-US" b="1" dirty="0">
                <a:solidFill>
                  <a:schemeClr val="accent6">
                    <a:lumMod val="75000"/>
                  </a:schemeClr>
                </a:solidFill>
                <a:latin typeface="Arial" panose="020B0604020202020204" pitchFamily="34" charset="0"/>
                <a:cs typeface="Arial" panose="020B0604020202020204" pitchFamily="34" charset="0"/>
              </a:rPr>
              <a:t>privilege 1 </a:t>
            </a:r>
            <a:r>
              <a:rPr lang="en-US" b="1" dirty="0">
                <a:latin typeface="Arial" panose="020B0604020202020204" pitchFamily="34" charset="0"/>
                <a:cs typeface="Arial" panose="020B0604020202020204" pitchFamily="34" charset="0"/>
              </a:rPr>
              <a:t>secret </a:t>
            </a:r>
            <a:r>
              <a:rPr lang="en-US" b="1" dirty="0" err="1">
                <a:latin typeface="Arial" panose="020B0604020202020204" pitchFamily="34" charset="0"/>
                <a:cs typeface="Arial" panose="020B0604020202020204" pitchFamily="34" charset="0"/>
              </a:rPr>
              <a:t>userpass</a:t>
            </a:r>
            <a:endParaRPr lang="es-MX" dirty="0">
              <a:latin typeface="Arial" panose="020B0604020202020204" pitchFamily="34" charset="0"/>
              <a:cs typeface="Arial" panose="020B0604020202020204" pitchFamily="34" charset="0"/>
            </a:endParaRPr>
          </a:p>
          <a:p>
            <a:pPr>
              <a:lnSpc>
                <a:spcPts val="2500"/>
              </a:lnSpc>
            </a:pPr>
            <a:r>
              <a:rPr lang="en-US" b="1" dirty="0">
                <a:latin typeface="Arial" panose="020B0604020202020204" pitchFamily="34" charset="0"/>
                <a:cs typeface="Arial" panose="020B0604020202020204" pitchFamily="34" charset="0"/>
              </a:rPr>
              <a:t>username usuario2 </a:t>
            </a:r>
            <a:r>
              <a:rPr lang="en-US" b="1" dirty="0">
                <a:solidFill>
                  <a:schemeClr val="accent6">
                    <a:lumMod val="75000"/>
                  </a:schemeClr>
                </a:solidFill>
                <a:latin typeface="Arial" panose="020B0604020202020204" pitchFamily="34" charset="0"/>
                <a:cs typeface="Arial" panose="020B0604020202020204" pitchFamily="34" charset="0"/>
              </a:rPr>
              <a:t>privilege 1 </a:t>
            </a:r>
            <a:r>
              <a:rPr lang="en-US" b="1" dirty="0">
                <a:latin typeface="Arial" panose="020B0604020202020204" pitchFamily="34" charset="0"/>
                <a:cs typeface="Arial" panose="020B0604020202020204" pitchFamily="34" charset="0"/>
              </a:rPr>
              <a:t>secret </a:t>
            </a:r>
            <a:r>
              <a:rPr lang="en-US" b="1" dirty="0" err="1">
                <a:latin typeface="Arial" panose="020B0604020202020204" pitchFamily="34" charset="0"/>
                <a:cs typeface="Arial" panose="020B0604020202020204" pitchFamily="34" charset="0"/>
              </a:rPr>
              <a:t>userpass</a:t>
            </a:r>
            <a:endParaRPr lang="es-MX" dirty="0">
              <a:latin typeface="Arial" panose="020B0604020202020204" pitchFamily="34" charset="0"/>
              <a:cs typeface="Arial" panose="020B0604020202020204" pitchFamily="34" charset="0"/>
            </a:endParaRPr>
          </a:p>
          <a:p>
            <a:endParaRPr lang="es-MX" sz="800" dirty="0">
              <a:latin typeface="Arial" panose="020B0604020202020204" pitchFamily="34" charset="0"/>
              <a:cs typeface="Arial" panose="020B0604020202020204" pitchFamily="34" charset="0"/>
            </a:endParaRPr>
          </a:p>
          <a:p>
            <a:pPr>
              <a:lnSpc>
                <a:spcPts val="2500"/>
              </a:lnSpc>
            </a:pPr>
            <a:r>
              <a:rPr lang="es-MX" b="1" dirty="0">
                <a:latin typeface="Arial" panose="020B0604020202020204" pitchFamily="34" charset="0"/>
                <a:cs typeface="Arial" panose="020B0604020202020204" pitchFamily="34" charset="0"/>
              </a:rPr>
              <a:t>Nota:</a:t>
            </a:r>
            <a:r>
              <a:rPr lang="es-MX" dirty="0">
                <a:latin typeface="Arial" panose="020B0604020202020204" pitchFamily="34" charset="0"/>
                <a:cs typeface="Arial" panose="020B0604020202020204" pitchFamily="34" charset="0"/>
              </a:rPr>
              <a:t> Un nivel de privilegio de </a:t>
            </a:r>
            <a:r>
              <a:rPr lang="es-MX" b="1" dirty="0">
                <a:latin typeface="Arial" panose="020B0604020202020204" pitchFamily="34" charset="0"/>
                <a:cs typeface="Arial" panose="020B0604020202020204" pitchFamily="34" charset="0"/>
              </a:rPr>
              <a:t>15</a:t>
            </a:r>
            <a:r>
              <a:rPr lang="es-MX" dirty="0">
                <a:latin typeface="Arial" panose="020B0604020202020204" pitchFamily="34" charset="0"/>
                <a:cs typeface="Arial" panose="020B0604020202020204" pitchFamily="34" charset="0"/>
              </a:rPr>
              <a:t> otorga al usuario derechos de </a:t>
            </a:r>
            <a:r>
              <a:rPr lang="es-MX" b="1" dirty="0">
                <a:latin typeface="Arial" panose="020B0604020202020204" pitchFamily="34" charset="0"/>
                <a:cs typeface="Arial" panose="020B0604020202020204" pitchFamily="34" charset="0"/>
              </a:rPr>
              <a:t>administrador</a:t>
            </a:r>
            <a:r>
              <a:rPr lang="es-MX" dirty="0">
                <a:latin typeface="Arial" panose="020B0604020202020204" pitchFamily="34" charset="0"/>
                <a:cs typeface="Arial" panose="020B0604020202020204" pitchFamily="34" charset="0"/>
              </a:rPr>
              <a:t>.</a:t>
            </a:r>
          </a:p>
          <a:p>
            <a:endParaRPr lang="es-MX" dirty="0">
              <a:latin typeface="Arial" panose="020B0604020202020204" pitchFamily="34" charset="0"/>
              <a:cs typeface="Arial" panose="020B0604020202020204" pitchFamily="34" charset="0"/>
            </a:endParaRPr>
          </a:p>
          <a:p>
            <a:pPr>
              <a:lnSpc>
                <a:spcPts val="2500"/>
              </a:lnSpc>
            </a:pPr>
            <a:r>
              <a:rPr lang="es-MX" dirty="0">
                <a:latin typeface="Arial" panose="020B0604020202020204" pitchFamily="34" charset="0"/>
                <a:cs typeface="Arial" panose="020B0604020202020204" pitchFamily="34" charset="0"/>
              </a:rPr>
              <a:t>La CLI del Cisco IOS tiene dos niveles de acceso a los comandos:</a:t>
            </a:r>
          </a:p>
          <a:p>
            <a:pPr marL="285750" lvl="0" indent="-285750">
              <a:lnSpc>
                <a:spcPts val="2500"/>
              </a:lnSpc>
              <a:buFont typeface="Arial" panose="020B0604020202020204" pitchFamily="34" charset="0"/>
              <a:buChar char="•"/>
            </a:pPr>
            <a:r>
              <a:rPr lang="es-MX" b="1" dirty="0">
                <a:solidFill>
                  <a:schemeClr val="accent6">
                    <a:lumMod val="75000"/>
                  </a:schemeClr>
                </a:solidFill>
                <a:latin typeface="Arial" panose="020B0604020202020204" pitchFamily="34" charset="0"/>
                <a:cs typeface="Arial" panose="020B0604020202020204" pitchFamily="34" charset="0"/>
              </a:rPr>
              <a:t>Modo EXEC de usuario (nivel de privilegio 1)</a:t>
            </a:r>
            <a:r>
              <a:rPr lang="es-MX" dirty="0">
                <a:latin typeface="Arial" panose="020B0604020202020204" pitchFamily="34" charset="0"/>
                <a:cs typeface="Arial" panose="020B0604020202020204" pitchFamily="34" charset="0"/>
              </a:rPr>
              <a:t>: proporciona los privilegios de usuario de modo EXEC más bajos y permite que solo estén disponibles los comandos del nivel de usuario en el </a:t>
            </a:r>
            <a:r>
              <a:rPr lang="es-MX" dirty="0" err="1">
                <a:latin typeface="Arial" panose="020B0604020202020204" pitchFamily="34" charset="0"/>
                <a:cs typeface="Arial" panose="020B0604020202020204" pitchFamily="34" charset="0"/>
              </a:rPr>
              <a:t>prompt</a:t>
            </a:r>
            <a:r>
              <a:rPr lang="es-MX" dirty="0">
                <a:latin typeface="Arial" panose="020B0604020202020204" pitchFamily="34" charset="0"/>
                <a:cs typeface="Arial" panose="020B0604020202020204" pitchFamily="34" charset="0"/>
              </a:rPr>
              <a:t> </a:t>
            </a:r>
            <a:r>
              <a:rPr lang="es-MX" b="1" dirty="0" err="1">
                <a:latin typeface="Arial" panose="020B0604020202020204" pitchFamily="34" charset="0"/>
                <a:cs typeface="Arial" panose="020B0604020202020204" pitchFamily="34" charset="0"/>
              </a:rPr>
              <a:t>router</a:t>
            </a:r>
            <a:r>
              <a:rPr lang="es-MX" b="1" dirty="0">
                <a:latin typeface="Arial" panose="020B0604020202020204" pitchFamily="34" charset="0"/>
                <a:cs typeface="Arial" panose="020B0604020202020204" pitchFamily="34" charset="0"/>
              </a:rPr>
              <a:t>&gt;</a:t>
            </a:r>
            <a:r>
              <a:rPr lang="es-MX" dirty="0">
                <a:latin typeface="Arial" panose="020B0604020202020204" pitchFamily="34" charset="0"/>
                <a:cs typeface="Arial" panose="020B0604020202020204" pitchFamily="34" charset="0"/>
              </a:rPr>
              <a:t>.</a:t>
            </a:r>
          </a:p>
          <a:p>
            <a:pPr marL="285750" lvl="0" indent="-285750">
              <a:lnSpc>
                <a:spcPts val="2500"/>
              </a:lnSpc>
              <a:buFont typeface="Arial" panose="020B0604020202020204" pitchFamily="34" charset="0"/>
              <a:buChar char="•"/>
            </a:pPr>
            <a:r>
              <a:rPr lang="es-MX" b="1" dirty="0">
                <a:solidFill>
                  <a:schemeClr val="accent6">
                    <a:lumMod val="75000"/>
                  </a:schemeClr>
                </a:solidFill>
                <a:latin typeface="Arial" panose="020B0604020202020204" pitchFamily="34" charset="0"/>
                <a:cs typeface="Arial" panose="020B0604020202020204" pitchFamily="34" charset="0"/>
              </a:rPr>
              <a:t>Modo EXEC privilegiado (nivel de privilegio 15)</a:t>
            </a:r>
            <a:r>
              <a:rPr lang="es-MX" dirty="0">
                <a:latin typeface="Arial" panose="020B0604020202020204" pitchFamily="34" charset="0"/>
                <a:cs typeface="Arial" panose="020B0604020202020204" pitchFamily="34" charset="0"/>
              </a:rPr>
              <a:t>: incluye todos los comandos de nivel de privilegiado en el </a:t>
            </a:r>
            <a:r>
              <a:rPr lang="es-MX" dirty="0" err="1">
                <a:latin typeface="Arial" panose="020B0604020202020204" pitchFamily="34" charset="0"/>
                <a:cs typeface="Arial" panose="020B0604020202020204" pitchFamily="34" charset="0"/>
              </a:rPr>
              <a:t>prompt</a:t>
            </a:r>
            <a:r>
              <a:rPr lang="es-MX" dirty="0">
                <a:latin typeface="Arial" panose="020B0604020202020204" pitchFamily="34" charset="0"/>
                <a:cs typeface="Arial" panose="020B0604020202020204" pitchFamily="34" charset="0"/>
              </a:rPr>
              <a:t> </a:t>
            </a:r>
            <a:r>
              <a:rPr lang="es-MX" b="1" dirty="0" err="1">
                <a:latin typeface="Arial" panose="020B0604020202020204" pitchFamily="34" charset="0"/>
                <a:cs typeface="Arial" panose="020B0604020202020204" pitchFamily="34" charset="0"/>
              </a:rPr>
              <a:t>router</a:t>
            </a:r>
            <a:r>
              <a:rPr lang="es-MX" b="1" dirty="0">
                <a:latin typeface="Arial" panose="020B0604020202020204" pitchFamily="34" charset="0"/>
                <a:cs typeface="Arial" panose="020B0604020202020204" pitchFamily="34" charset="0"/>
              </a:rPr>
              <a:t>#</a:t>
            </a:r>
            <a:r>
              <a:rPr lang="es-MX"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33076367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3639</TotalTime>
  <Words>544</Words>
  <Application>Microsoft Office PowerPoint</Application>
  <PresentationFormat>Presentación en pantalla (4:3)</PresentationFormat>
  <Paragraphs>44</Paragraphs>
  <Slides>8</Slides>
  <Notes>8</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8</vt:i4>
      </vt:variant>
    </vt:vector>
  </HeadingPairs>
  <TitlesOfParts>
    <vt:vector size="14" baseType="lpstr">
      <vt:lpstr>Arial</vt:lpstr>
      <vt:lpstr>Arial</vt:lpstr>
      <vt:lpstr>Calibri</vt:lpstr>
      <vt:lpstr>Dom Casual</vt:lpstr>
      <vt:lpstr>Ubuntu</vt:lpstr>
      <vt:lpstr>Tema de Office</vt:lpstr>
      <vt:lpstr>TC 2006B  Interconexión de dispositivos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TC1017  Solución de problemas con programación</dc:title>
  <dc:creator>profesor</dc:creator>
  <cp:lastModifiedBy>Lizethe Pérez Fuertes</cp:lastModifiedBy>
  <cp:revision>155</cp:revision>
  <dcterms:created xsi:type="dcterms:W3CDTF">2013-06-11T22:32:36Z</dcterms:created>
  <dcterms:modified xsi:type="dcterms:W3CDTF">2026-06-01T18:42:28Z</dcterms:modified>
</cp:coreProperties>
</file>