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4.jp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54" r:id="rId2"/>
    <p:sldId id="259" r:id="rId3"/>
    <p:sldId id="261" r:id="rId4"/>
    <p:sldId id="358" r:id="rId5"/>
    <p:sldId id="340" r:id="rId6"/>
    <p:sldId id="342" r:id="rId7"/>
    <p:sldId id="357" r:id="rId8"/>
    <p:sldId id="326" r:id="rId9"/>
    <p:sldId id="365" r:id="rId10"/>
    <p:sldId id="356" r:id="rId11"/>
    <p:sldId id="364" r:id="rId12"/>
    <p:sldId id="347" r:id="rId13"/>
    <p:sldId id="353" r:id="rId14"/>
    <p:sldId id="355" r:id="rId15"/>
    <p:sldId id="351" r:id="rId16"/>
    <p:sldId id="362" r:id="rId17"/>
  </p:sldIdLst>
  <p:sldSz cx="12192000" cy="6858000"/>
  <p:notesSz cx="9296400" cy="7010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79"/>
    <a:srgbClr val="A647D1"/>
    <a:srgbClr val="83E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0333FA-84D1-4B53-95C3-B2A2D23BD6E3}" v="37" dt="2026-07-17T20:07:14.77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40" autoAdjust="0"/>
  </p:normalViewPr>
  <p:slideViewPr>
    <p:cSldViewPr>
      <p:cViewPr varScale="1">
        <p:scale>
          <a:sx n="99" d="100"/>
          <a:sy n="99" d="100"/>
        </p:scale>
        <p:origin x="96" y="4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modSld">
      <pc:chgData name="Lizethe Pérez Fuertes" userId="4ae9ef87-2a7d-42f8-8dfa-0a501a9e2ff4" providerId="ADAL" clId="{FDDD45CB-1330-4033-A842-3D2746AFF7C7}" dt="2026-07-17T20:12:05.276" v="134" actId="1076"/>
      <pc:docMkLst>
        <pc:docMk/>
      </pc:docMkLst>
      <pc:sldChg chg="modSp mod">
        <pc:chgData name="Lizethe Pérez Fuertes" userId="4ae9ef87-2a7d-42f8-8dfa-0a501a9e2ff4" providerId="ADAL" clId="{FDDD45CB-1330-4033-A842-3D2746AFF7C7}" dt="2026-07-17T20:12:05.276" v="134" actId="1076"/>
        <pc:sldMkLst>
          <pc:docMk/>
          <pc:sldMk cId="0" sldId="261"/>
        </pc:sldMkLst>
        <pc:spChg chg="mod">
          <ac:chgData name="Lizethe Pérez Fuertes" userId="4ae9ef87-2a7d-42f8-8dfa-0a501a9e2ff4" providerId="ADAL" clId="{FDDD45CB-1330-4033-A842-3D2746AFF7C7}" dt="2026-07-17T20:12:01.547" v="133" actId="1076"/>
          <ac:spMkLst>
            <pc:docMk/>
            <pc:sldMk cId="0" sldId="261"/>
            <ac:spMk id="2" creationId="{00000000-0000-0000-0000-000000000000}"/>
          </ac:spMkLst>
        </pc:spChg>
        <pc:picChg chg="mod">
          <ac:chgData name="Lizethe Pérez Fuertes" userId="4ae9ef87-2a7d-42f8-8dfa-0a501a9e2ff4" providerId="ADAL" clId="{FDDD45CB-1330-4033-A842-3D2746AFF7C7}" dt="2026-07-17T20:12:05.276" v="134" actId="1076"/>
          <ac:picMkLst>
            <pc:docMk/>
            <pc:sldMk cId="0" sldId="261"/>
            <ac:picMk id="5" creationId="{927F9FD1-2B32-4E2C-B331-0E2268D604DE}"/>
          </ac:picMkLst>
        </pc:picChg>
      </pc:sldChg>
      <pc:sldChg chg="addSp delSp modSp mod">
        <pc:chgData name="Lizethe Pérez Fuertes" userId="4ae9ef87-2a7d-42f8-8dfa-0a501a9e2ff4" providerId="ADAL" clId="{FDDD45CB-1330-4033-A842-3D2746AFF7C7}" dt="2026-07-17T20:06:20.098" v="34" actId="113"/>
        <pc:sldMkLst>
          <pc:docMk/>
          <pc:sldMk cId="536682890" sldId="340"/>
        </pc:sldMkLst>
        <pc:spChg chg="mod">
          <ac:chgData name="Lizethe Pérez Fuertes" userId="4ae9ef87-2a7d-42f8-8dfa-0a501a9e2ff4" providerId="ADAL" clId="{FDDD45CB-1330-4033-A842-3D2746AFF7C7}" dt="2026-07-17T20:06:20.098" v="34" actId="113"/>
          <ac:spMkLst>
            <pc:docMk/>
            <pc:sldMk cId="536682890" sldId="340"/>
            <ac:spMk id="11" creationId="{38E0D603-2C5E-46E8-85CD-52C2F196B0AF}"/>
          </ac:spMkLst>
        </pc:spChg>
        <pc:picChg chg="add mod ord">
          <ac:chgData name="Lizethe Pérez Fuertes" userId="4ae9ef87-2a7d-42f8-8dfa-0a501a9e2ff4" providerId="ADAL" clId="{FDDD45CB-1330-4033-A842-3D2746AFF7C7}" dt="2026-07-17T20:05:05.158" v="16" actId="167"/>
          <ac:picMkLst>
            <pc:docMk/>
            <pc:sldMk cId="536682890" sldId="340"/>
            <ac:picMk id="4" creationId="{85C5EBEF-DB5D-84ED-7C09-9B1301E8405B}"/>
          </ac:picMkLst>
        </pc:picChg>
        <pc:picChg chg="del">
          <ac:chgData name="Lizethe Pérez Fuertes" userId="4ae9ef87-2a7d-42f8-8dfa-0a501a9e2ff4" providerId="ADAL" clId="{FDDD45CB-1330-4033-A842-3D2746AFF7C7}" dt="2026-07-17T20:04:52.550" v="10" actId="478"/>
          <ac:picMkLst>
            <pc:docMk/>
            <pc:sldMk cId="536682890" sldId="340"/>
            <ac:picMk id="5" creationId="{F79CD346-055E-7D20-8806-3ACF5721EC78}"/>
          </ac:picMkLst>
        </pc:picChg>
      </pc:sldChg>
      <pc:sldChg chg="modSp mod">
        <pc:chgData name="Lizethe Pérez Fuertes" userId="4ae9ef87-2a7d-42f8-8dfa-0a501a9e2ff4" providerId="ADAL" clId="{FDDD45CB-1330-4033-A842-3D2746AFF7C7}" dt="2026-07-17T20:09:08.623" v="84" actId="20577"/>
        <pc:sldMkLst>
          <pc:docMk/>
          <pc:sldMk cId="4006668520" sldId="347"/>
        </pc:sldMkLst>
        <pc:graphicFrameChg chg="modGraphic">
          <ac:chgData name="Lizethe Pérez Fuertes" userId="4ae9ef87-2a7d-42f8-8dfa-0a501a9e2ff4" providerId="ADAL" clId="{FDDD45CB-1330-4033-A842-3D2746AFF7C7}" dt="2026-07-17T20:09:08.623" v="84" actId="20577"/>
          <ac:graphicFrameMkLst>
            <pc:docMk/>
            <pc:sldMk cId="4006668520" sldId="347"/>
            <ac:graphicFrameMk id="5" creationId="{D5DA73BA-9C18-4089-BD14-C3684A90530F}"/>
          </ac:graphicFrameMkLst>
        </pc:graphicFrameChg>
      </pc:sldChg>
      <pc:sldChg chg="addSp delSp modSp mod">
        <pc:chgData name="Lizethe Pérez Fuertes" userId="4ae9ef87-2a7d-42f8-8dfa-0a501a9e2ff4" providerId="ADAL" clId="{FDDD45CB-1330-4033-A842-3D2746AFF7C7}" dt="2026-07-17T20:09:32.214" v="92" actId="1076"/>
        <pc:sldMkLst>
          <pc:docMk/>
          <pc:sldMk cId="1569539773" sldId="355"/>
        </pc:sldMkLst>
        <pc:picChg chg="add mod">
          <ac:chgData name="Lizethe Pérez Fuertes" userId="4ae9ef87-2a7d-42f8-8dfa-0a501a9e2ff4" providerId="ADAL" clId="{FDDD45CB-1330-4033-A842-3D2746AFF7C7}" dt="2026-07-17T20:09:32.214" v="92" actId="1076"/>
          <ac:picMkLst>
            <pc:docMk/>
            <pc:sldMk cId="1569539773" sldId="355"/>
            <ac:picMk id="4" creationId="{052C8A6F-F45B-FDCA-D51D-3B65712ED824}"/>
          </ac:picMkLst>
        </pc:picChg>
        <pc:picChg chg="del">
          <ac:chgData name="Lizethe Pérez Fuertes" userId="4ae9ef87-2a7d-42f8-8dfa-0a501a9e2ff4" providerId="ADAL" clId="{FDDD45CB-1330-4033-A842-3D2746AFF7C7}" dt="2026-07-17T20:09:17.247" v="85" actId="478"/>
          <ac:picMkLst>
            <pc:docMk/>
            <pc:sldMk cId="1569539773" sldId="355"/>
            <ac:picMk id="5" creationId="{EB7ADEE1-36F2-3C08-723E-B5770ED9B4E6}"/>
          </ac:picMkLst>
        </pc:picChg>
      </pc:sldChg>
      <pc:sldChg chg="addSp delSp modSp mod">
        <pc:chgData name="Lizethe Pérez Fuertes" userId="4ae9ef87-2a7d-42f8-8dfa-0a501a9e2ff4" providerId="ADAL" clId="{FDDD45CB-1330-4033-A842-3D2746AFF7C7}" dt="2026-07-17T20:08:39.972" v="74" actId="1076"/>
        <pc:sldMkLst>
          <pc:docMk/>
          <pc:sldMk cId="3465871034" sldId="356"/>
        </pc:sldMkLst>
        <pc:picChg chg="add mod">
          <ac:chgData name="Lizethe Pérez Fuertes" userId="4ae9ef87-2a7d-42f8-8dfa-0a501a9e2ff4" providerId="ADAL" clId="{FDDD45CB-1330-4033-A842-3D2746AFF7C7}" dt="2026-07-17T20:08:39.972" v="74" actId="1076"/>
          <ac:picMkLst>
            <pc:docMk/>
            <pc:sldMk cId="3465871034" sldId="356"/>
            <ac:picMk id="3" creationId="{D46160E4-5CC8-7D09-F090-FDCA5E605929}"/>
          </ac:picMkLst>
        </pc:picChg>
        <pc:picChg chg="del">
          <ac:chgData name="Lizethe Pérez Fuertes" userId="4ae9ef87-2a7d-42f8-8dfa-0a501a9e2ff4" providerId="ADAL" clId="{FDDD45CB-1330-4033-A842-3D2746AFF7C7}" dt="2026-07-17T20:08:28.517" v="69" actId="478"/>
          <ac:picMkLst>
            <pc:docMk/>
            <pc:sldMk cId="3465871034" sldId="356"/>
            <ac:picMk id="4" creationId="{5AA96BDF-BEC4-B967-BA12-D6F39DAA73C1}"/>
          </ac:picMkLst>
        </pc:picChg>
      </pc:sldChg>
      <pc:sldChg chg="addSp delSp modSp mod">
        <pc:chgData name="Lizethe Pérez Fuertes" userId="4ae9ef87-2a7d-42f8-8dfa-0a501a9e2ff4" providerId="ADAL" clId="{FDDD45CB-1330-4033-A842-3D2746AFF7C7}" dt="2026-07-17T20:07:14.771" v="60" actId="20577"/>
        <pc:sldMkLst>
          <pc:docMk/>
          <pc:sldMk cId="2195457052" sldId="357"/>
        </pc:sldMkLst>
        <pc:spChg chg="mod">
          <ac:chgData name="Lizethe Pérez Fuertes" userId="4ae9ef87-2a7d-42f8-8dfa-0a501a9e2ff4" providerId="ADAL" clId="{FDDD45CB-1330-4033-A842-3D2746AFF7C7}" dt="2026-07-17T20:07:14.771" v="60" actId="20577"/>
          <ac:spMkLst>
            <pc:docMk/>
            <pc:sldMk cId="2195457052" sldId="357"/>
            <ac:spMk id="9" creationId="{134ED542-4C7D-4B50-8C07-A5B19B10A18D}"/>
          </ac:spMkLst>
        </pc:spChg>
        <pc:picChg chg="add mod ord">
          <ac:chgData name="Lizethe Pérez Fuertes" userId="4ae9ef87-2a7d-42f8-8dfa-0a501a9e2ff4" providerId="ADAL" clId="{FDDD45CB-1330-4033-A842-3D2746AFF7C7}" dt="2026-07-17T20:06:57.298" v="41" actId="1076"/>
          <ac:picMkLst>
            <pc:docMk/>
            <pc:sldMk cId="2195457052" sldId="357"/>
            <ac:picMk id="4" creationId="{8322C4C9-DB25-1324-6EE7-F32B1204EAFB}"/>
          </ac:picMkLst>
        </pc:picChg>
        <pc:picChg chg="del">
          <ac:chgData name="Lizethe Pérez Fuertes" userId="4ae9ef87-2a7d-42f8-8dfa-0a501a9e2ff4" providerId="ADAL" clId="{FDDD45CB-1330-4033-A842-3D2746AFF7C7}" dt="2026-07-17T20:06:38.504" v="35" actId="478"/>
          <ac:picMkLst>
            <pc:docMk/>
            <pc:sldMk cId="2195457052" sldId="357"/>
            <ac:picMk id="5" creationId="{AED2598F-2E9F-C66F-7942-6CDBCFF5840B}"/>
          </ac:picMkLst>
        </pc:picChg>
      </pc:sldChg>
      <pc:sldChg chg="addSp delSp modSp mod">
        <pc:chgData name="Lizethe Pérez Fuertes" userId="4ae9ef87-2a7d-42f8-8dfa-0a501a9e2ff4" providerId="ADAL" clId="{FDDD45CB-1330-4033-A842-3D2746AFF7C7}" dt="2026-07-17T20:04:42.476" v="9" actId="1076"/>
        <pc:sldMkLst>
          <pc:docMk/>
          <pc:sldMk cId="4001625024" sldId="358"/>
        </pc:sldMkLst>
        <pc:picChg chg="add mod">
          <ac:chgData name="Lizethe Pérez Fuertes" userId="4ae9ef87-2a7d-42f8-8dfa-0a501a9e2ff4" providerId="ADAL" clId="{FDDD45CB-1330-4033-A842-3D2746AFF7C7}" dt="2026-07-17T20:04:42.476" v="9" actId="1076"/>
          <ac:picMkLst>
            <pc:docMk/>
            <pc:sldMk cId="4001625024" sldId="358"/>
            <ac:picMk id="4" creationId="{B0FC9CF1-F510-2BEB-2B19-7C782EE7DCCD}"/>
          </ac:picMkLst>
        </pc:picChg>
        <pc:picChg chg="del">
          <ac:chgData name="Lizethe Pérez Fuertes" userId="4ae9ef87-2a7d-42f8-8dfa-0a501a9e2ff4" providerId="ADAL" clId="{FDDD45CB-1330-4033-A842-3D2746AFF7C7}" dt="2026-07-17T20:04:19.217" v="0" actId="478"/>
          <ac:picMkLst>
            <pc:docMk/>
            <pc:sldMk cId="4001625024" sldId="358"/>
            <ac:picMk id="5" creationId="{4DC6B032-87D3-7C7F-265B-A797D17D2AAD}"/>
          </ac:picMkLst>
        </pc:picChg>
      </pc:sldChg>
      <pc:sldChg chg="addSp delSp modSp mod">
        <pc:chgData name="Lizethe Pérez Fuertes" userId="4ae9ef87-2a7d-42f8-8dfa-0a501a9e2ff4" providerId="ADAL" clId="{FDDD45CB-1330-4033-A842-3D2746AFF7C7}" dt="2026-07-17T20:09:00.851" v="80" actId="1076"/>
        <pc:sldMkLst>
          <pc:docMk/>
          <pc:sldMk cId="4272764351" sldId="364"/>
        </pc:sldMkLst>
        <pc:picChg chg="add mod">
          <ac:chgData name="Lizethe Pérez Fuertes" userId="4ae9ef87-2a7d-42f8-8dfa-0a501a9e2ff4" providerId="ADAL" clId="{FDDD45CB-1330-4033-A842-3D2746AFF7C7}" dt="2026-07-17T20:09:00.851" v="80" actId="1076"/>
          <ac:picMkLst>
            <pc:docMk/>
            <pc:sldMk cId="4272764351" sldId="364"/>
            <ac:picMk id="3" creationId="{156AE580-ECB0-3C51-DAE9-B0912D8B7610}"/>
          </ac:picMkLst>
        </pc:picChg>
        <pc:picChg chg="del">
          <ac:chgData name="Lizethe Pérez Fuertes" userId="4ae9ef87-2a7d-42f8-8dfa-0a501a9e2ff4" providerId="ADAL" clId="{FDDD45CB-1330-4033-A842-3D2746AFF7C7}" dt="2026-07-17T20:08:47.279" v="75" actId="478"/>
          <ac:picMkLst>
            <pc:docMk/>
            <pc:sldMk cId="4272764351" sldId="364"/>
            <ac:picMk id="4" creationId="{FEB58639-DB54-9659-41BB-030B00EE2F3A}"/>
          </ac:picMkLst>
        </pc:picChg>
      </pc:sldChg>
      <pc:sldChg chg="addSp delSp modSp mod">
        <pc:chgData name="Lizethe Pérez Fuertes" userId="4ae9ef87-2a7d-42f8-8dfa-0a501a9e2ff4" providerId="ADAL" clId="{FDDD45CB-1330-4033-A842-3D2746AFF7C7}" dt="2026-07-17T20:08:14.560" v="68" actId="1076"/>
        <pc:sldMkLst>
          <pc:docMk/>
          <pc:sldMk cId="1370110524" sldId="365"/>
        </pc:sldMkLst>
        <pc:picChg chg="del">
          <ac:chgData name="Lizethe Pérez Fuertes" userId="4ae9ef87-2a7d-42f8-8dfa-0a501a9e2ff4" providerId="ADAL" clId="{FDDD45CB-1330-4033-A842-3D2746AFF7C7}" dt="2026-07-17T20:07:48.147" v="61" actId="478"/>
          <ac:picMkLst>
            <pc:docMk/>
            <pc:sldMk cId="1370110524" sldId="365"/>
            <ac:picMk id="4" creationId="{C5B68192-12F1-9C84-F7F1-D2666B36541B}"/>
          </ac:picMkLst>
        </pc:picChg>
        <pc:picChg chg="add mod">
          <ac:chgData name="Lizethe Pérez Fuertes" userId="4ae9ef87-2a7d-42f8-8dfa-0a501a9e2ff4" providerId="ADAL" clId="{FDDD45CB-1330-4033-A842-3D2746AFF7C7}" dt="2026-07-17T20:08:14.560" v="68" actId="1076"/>
          <ac:picMkLst>
            <pc:docMk/>
            <pc:sldMk cId="1370110524" sldId="365"/>
            <ac:picMk id="6" creationId="{3EF09992-1C91-E91E-2535-277F869187D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3432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s-MX" noProof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83C81-348A-CF1E-51ED-D29C4476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DF0C5B75-6AD7-034E-7CA5-C47DCBF0D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3896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631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0425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8129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A8C55-B765-44D9-40E5-D14119144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AB75DB9-B073-24F4-2192-A20FEEBA1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925AA8B-7DF5-D36C-9E52-AD1DD7863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AFB32A-EB79-48E6-84B8-5883AEE89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71805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85489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BFED0-78D6-571D-B3C6-3EF17257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47E814A-2D04-4947-5FE8-BCC9C041F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5A95D2-69F3-5D21-C84F-EE263CD4D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242608-163B-6A20-3075-EF7A70D41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3933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013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9645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6629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71574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3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52984" y="257556"/>
            <a:ext cx="11681460" cy="6307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E75A0DC-66C6-4CEC-A5EB-F8C97CEC3796}" type="datetimeFigureOut">
              <a:rPr lang="es-MX" smtClean="0"/>
              <a:t>17/07/2026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39" cy="276999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29193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55399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4308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E75A0DC-66C6-4CEC-A5EB-F8C97CEC3796}" type="datetimeFigureOut">
              <a:rPr lang="es-MX" smtClean="0"/>
              <a:t>17/07/2026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39" cy="276999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224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04438" y="827024"/>
            <a:ext cx="5183123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7272" y="2393823"/>
            <a:ext cx="9617455" cy="214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533400"/>
            <a:ext cx="7342584" cy="1470025"/>
          </a:xfrm>
        </p:spPr>
        <p:txBody>
          <a:bodyPr rtlCol="0">
            <a:normAutofit/>
          </a:bodyPr>
          <a:lstStyle/>
          <a:p>
            <a:pPr algn="l">
              <a:defRPr/>
            </a:pPr>
            <a:r>
              <a:rPr lang="es-MX" sz="3200" b="0" dirty="0">
                <a:solidFill>
                  <a:schemeClr val="bg2">
                    <a:lumMod val="50000"/>
                  </a:schemeClr>
                </a:solidFill>
              </a:rPr>
              <a:t>TC 2006B </a:t>
            </a:r>
            <a:br>
              <a:rPr lang="es-MX" sz="3200" b="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b="0" dirty="0">
                <a:solidFill>
                  <a:schemeClr val="bg2">
                    <a:lumMod val="50000"/>
                  </a:schemeClr>
                </a:solidFill>
              </a:rPr>
              <a:t>Interconexión de dispositivos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2106612"/>
            <a:ext cx="7848600" cy="900137"/>
          </a:xfrm>
        </p:spPr>
        <p:txBody>
          <a:bodyPr rtlCol="0">
            <a:normAutofit fontScale="85000" lnSpcReduction="20000"/>
          </a:bodyPr>
          <a:lstStyle/>
          <a:p>
            <a:pPr>
              <a:spcAft>
                <a:spcPts val="60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Actividad 14: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</a:rPr>
              <a:t>VLANs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, VLSM, DHCP, SSH, rutas estáticas y por default</a:t>
            </a:r>
          </a:p>
          <a:p>
            <a:pPr>
              <a:spcAft>
                <a:spcPts val="60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Monterrey, Campus Querétaro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F4BFC986-6D54-472C-AD54-15826305B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488" y="3109937"/>
            <a:ext cx="2808312" cy="332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287269" y="1432011"/>
            <a:ext cx="9617455" cy="2585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pc="-20" dirty="0"/>
              <a:t>Nu</a:t>
            </a:r>
            <a:r>
              <a:rPr spc="-5" dirty="0"/>
              <a:t>e</a:t>
            </a:r>
            <a:r>
              <a:rPr spc="-55" dirty="0"/>
              <a:t>s</a:t>
            </a:r>
            <a:r>
              <a:rPr spc="-10" dirty="0"/>
              <a:t>t</a:t>
            </a:r>
            <a:r>
              <a:rPr spc="-65" dirty="0"/>
              <a:t>r</a:t>
            </a:r>
            <a:r>
              <a:rPr spc="-15" dirty="0"/>
              <a:t>o</a:t>
            </a:r>
            <a:r>
              <a:rPr spc="175" dirty="0"/>
              <a:t> </a:t>
            </a:r>
            <a:r>
              <a:rPr spc="-50" dirty="0"/>
              <a:t>r</a:t>
            </a:r>
            <a:r>
              <a:rPr spc="-25" dirty="0"/>
              <a:t>e</a:t>
            </a:r>
            <a:r>
              <a:rPr spc="-35" dirty="0"/>
              <a:t>t</a:t>
            </a:r>
            <a:r>
              <a:rPr spc="-15" dirty="0"/>
              <a:t>o</a:t>
            </a:r>
            <a:r>
              <a:rPr spc="170" dirty="0"/>
              <a:t> </a:t>
            </a:r>
            <a:r>
              <a:rPr spc="-15" dirty="0"/>
              <a:t>el</a:t>
            </a:r>
            <a:r>
              <a:rPr spc="165" dirty="0"/>
              <a:t> </a:t>
            </a:r>
            <a:r>
              <a:rPr spc="-20" dirty="0"/>
              <a:t>dí</a:t>
            </a:r>
            <a:r>
              <a:rPr spc="-15" dirty="0"/>
              <a:t>a</a:t>
            </a:r>
            <a:r>
              <a:rPr spc="175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spc="175" dirty="0"/>
              <a:t> </a:t>
            </a:r>
            <a:r>
              <a:rPr spc="-20" dirty="0"/>
              <a:t>h</a:t>
            </a:r>
            <a:r>
              <a:rPr spc="-30" dirty="0"/>
              <a:t>o</a:t>
            </a:r>
            <a:r>
              <a:rPr spc="-15" dirty="0"/>
              <a:t>y</a:t>
            </a:r>
            <a:r>
              <a:rPr spc="165" dirty="0"/>
              <a:t> </a:t>
            </a:r>
            <a:r>
              <a:rPr spc="-15" dirty="0"/>
              <a:t>es</a:t>
            </a:r>
            <a:r>
              <a:rPr spc="165" dirty="0"/>
              <a:t> </a:t>
            </a:r>
            <a:r>
              <a:rPr spc="-10" dirty="0"/>
              <a:t>t</a:t>
            </a:r>
            <a:r>
              <a:rPr spc="-75" dirty="0"/>
              <a:t>r</a:t>
            </a:r>
            <a:r>
              <a:rPr spc="-15" dirty="0"/>
              <a:t>abajar</a:t>
            </a:r>
            <a:r>
              <a:rPr spc="175" dirty="0"/>
              <a:t> </a:t>
            </a:r>
            <a:r>
              <a:rPr spc="-35" dirty="0"/>
              <a:t>c</a:t>
            </a:r>
            <a:r>
              <a:rPr spc="-20" dirty="0"/>
              <a:t>o</a:t>
            </a:r>
            <a:r>
              <a:rPr spc="-15" dirty="0"/>
              <a:t>n</a:t>
            </a:r>
            <a:r>
              <a:rPr spc="180" dirty="0"/>
              <a:t> </a:t>
            </a:r>
            <a:r>
              <a:rPr spc="-20" dirty="0"/>
              <a:t>u</a:t>
            </a:r>
            <a:r>
              <a:rPr spc="-15" dirty="0"/>
              <a:t>n</a:t>
            </a:r>
            <a:r>
              <a:rPr spc="175" dirty="0"/>
              <a:t> </a:t>
            </a:r>
            <a:r>
              <a:rPr spc="-20" dirty="0"/>
              <a:t>diseñ</a:t>
            </a:r>
            <a:r>
              <a:rPr spc="-15" dirty="0"/>
              <a:t>o</a:t>
            </a:r>
            <a:r>
              <a:rPr spc="185" dirty="0"/>
              <a:t> </a:t>
            </a:r>
            <a:r>
              <a:rPr spc="-15" dirty="0"/>
              <a:t>fí</a:t>
            </a:r>
            <a:r>
              <a:rPr spc="-25" dirty="0"/>
              <a:t>s</a:t>
            </a:r>
            <a:r>
              <a:rPr spc="-10" dirty="0"/>
              <a:t>i</a:t>
            </a:r>
            <a:r>
              <a:rPr spc="-40" dirty="0"/>
              <a:t>c</a:t>
            </a:r>
            <a:r>
              <a:rPr spc="-15" dirty="0"/>
              <a:t>o</a:t>
            </a:r>
            <a:r>
              <a:rPr spc="170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spc="180" dirty="0"/>
              <a:t> </a:t>
            </a:r>
            <a:r>
              <a:rPr spc="-50" dirty="0"/>
              <a:t>r</a:t>
            </a:r>
            <a:r>
              <a:rPr spc="-15" dirty="0"/>
              <a:t>ed en</a:t>
            </a:r>
            <a:r>
              <a:rPr dirty="0"/>
              <a:t> </a:t>
            </a:r>
            <a:r>
              <a:rPr spc="-35" dirty="0"/>
              <a:t> </a:t>
            </a:r>
            <a:r>
              <a:rPr b="1" spc="-65" dirty="0">
                <a:latin typeface="Calibri"/>
                <a:cs typeface="Calibri"/>
              </a:rPr>
              <a:t>P</a:t>
            </a:r>
            <a:r>
              <a:rPr b="1" spc="-15" dirty="0">
                <a:latin typeface="Calibri"/>
                <a:cs typeface="Calibri"/>
              </a:rPr>
              <a:t>a</a:t>
            </a:r>
            <a:r>
              <a:rPr b="1" spc="-10" dirty="0">
                <a:latin typeface="Calibri"/>
                <a:cs typeface="Calibri"/>
              </a:rPr>
              <a:t>c</a:t>
            </a:r>
            <a:r>
              <a:rPr b="1" spc="-75" dirty="0">
                <a:latin typeface="Calibri"/>
                <a:cs typeface="Calibri"/>
              </a:rPr>
              <a:t>k</a:t>
            </a:r>
            <a:r>
              <a:rPr b="1" spc="-45" dirty="0">
                <a:latin typeface="Calibri"/>
                <a:cs typeface="Calibri"/>
              </a:rPr>
              <a:t>e</a:t>
            </a:r>
            <a:r>
              <a:rPr b="1" spc="-10" dirty="0">
                <a:latin typeface="Calibri"/>
                <a:cs typeface="Calibri"/>
              </a:rPr>
              <a:t>t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spc="-165" dirty="0">
                <a:latin typeface="Calibri"/>
                <a:cs typeface="Calibri"/>
              </a:rPr>
              <a:t>T</a:t>
            </a:r>
            <a:r>
              <a:rPr b="1" spc="-60" dirty="0">
                <a:latin typeface="Calibri"/>
                <a:cs typeface="Calibri"/>
              </a:rPr>
              <a:t>r</a:t>
            </a:r>
            <a:r>
              <a:rPr b="1" spc="-15" dirty="0">
                <a:latin typeface="Calibri"/>
                <a:cs typeface="Calibri"/>
              </a:rPr>
              <a:t>ac</a:t>
            </a:r>
            <a:r>
              <a:rPr b="1" spc="-5" dirty="0">
                <a:latin typeface="Calibri"/>
                <a:cs typeface="Calibri"/>
              </a:rPr>
              <a:t>e</a:t>
            </a:r>
            <a:r>
              <a:rPr b="1" spc="-10" dirty="0">
                <a:latin typeface="Calibri"/>
                <a:cs typeface="Calibri"/>
              </a:rPr>
              <a:t>r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spc="-15" dirty="0"/>
              <a:t>y</a:t>
            </a:r>
            <a:r>
              <a:rPr dirty="0"/>
              <a:t> </a:t>
            </a:r>
            <a:r>
              <a:rPr spc="-25" dirty="0"/>
              <a:t> </a:t>
            </a:r>
            <a:r>
              <a:rPr spc="-50" dirty="0"/>
              <a:t>r</a:t>
            </a:r>
            <a:r>
              <a:rPr spc="-15" dirty="0"/>
              <a:t>eal</a:t>
            </a:r>
            <a:r>
              <a:rPr spc="-25" dirty="0"/>
              <a:t>i</a:t>
            </a:r>
            <a:r>
              <a:rPr spc="-65" dirty="0"/>
              <a:t>z</a:t>
            </a:r>
            <a:r>
              <a:rPr spc="-15" dirty="0"/>
              <a:t>ar</a:t>
            </a:r>
            <a:r>
              <a:rPr dirty="0"/>
              <a:t> </a:t>
            </a:r>
            <a:r>
              <a:rPr spc="-25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dirty="0"/>
              <a:t> </a:t>
            </a:r>
            <a:r>
              <a:rPr spc="-40" dirty="0"/>
              <a:t> </a:t>
            </a:r>
            <a:r>
              <a:rPr spc="-20" dirty="0"/>
              <a:t>p</a:t>
            </a:r>
            <a:r>
              <a:rPr spc="-55" dirty="0"/>
              <a:t>r</a:t>
            </a:r>
            <a:r>
              <a:rPr spc="-20" dirty="0"/>
              <a:t>og</a:t>
            </a:r>
            <a:r>
              <a:rPr spc="-70" dirty="0"/>
              <a:t>r</a:t>
            </a:r>
            <a:r>
              <a:rPr spc="-20" dirty="0"/>
              <a:t>ama</a:t>
            </a:r>
            <a:r>
              <a:rPr spc="-5" dirty="0"/>
              <a:t>c</a:t>
            </a:r>
            <a:r>
              <a:rPr spc="-15" dirty="0"/>
              <a:t>ión</a:t>
            </a:r>
            <a:r>
              <a:rPr dirty="0"/>
              <a:t> </a:t>
            </a:r>
            <a:r>
              <a:rPr spc="-25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dirty="0"/>
              <a:t> </a:t>
            </a:r>
            <a:r>
              <a:rPr spc="-30" dirty="0"/>
              <a:t> </a:t>
            </a:r>
            <a:r>
              <a:rPr spc="-15" dirty="0"/>
              <a:t>los</a:t>
            </a:r>
            <a:r>
              <a:rPr dirty="0"/>
              <a:t> </a:t>
            </a:r>
            <a:r>
              <a:rPr spc="-30" dirty="0"/>
              <a:t> </a:t>
            </a:r>
            <a:r>
              <a:rPr spc="-15" dirty="0"/>
              <a:t>eq</a:t>
            </a:r>
            <a:r>
              <a:rPr spc="-5" dirty="0"/>
              <a:t>u</a:t>
            </a:r>
            <a:r>
              <a:rPr spc="-10" dirty="0"/>
              <a:t>i</a:t>
            </a:r>
            <a:r>
              <a:rPr spc="-30" dirty="0"/>
              <a:t>p</a:t>
            </a:r>
            <a:r>
              <a:rPr spc="-5" dirty="0"/>
              <a:t>o</a:t>
            </a:r>
            <a:r>
              <a:rPr spc="-15" dirty="0"/>
              <a:t>s</a:t>
            </a:r>
            <a:r>
              <a:rPr dirty="0"/>
              <a:t> </a:t>
            </a:r>
            <a:r>
              <a:rPr spc="-15" dirty="0"/>
              <a:t> </a:t>
            </a:r>
            <a:r>
              <a:rPr spc="-20" dirty="0"/>
              <a:t>de</a:t>
            </a:r>
            <a:r>
              <a:rPr spc="-15" dirty="0"/>
              <a:t> </a:t>
            </a:r>
            <a:r>
              <a:rPr lang="es-MX" spc="-10" dirty="0"/>
              <a:t>i</a:t>
            </a:r>
            <a:r>
              <a:rPr lang="es-MX" spc="-55" dirty="0"/>
              <a:t>n</a:t>
            </a:r>
            <a:r>
              <a:rPr lang="es-MX" spc="-35" dirty="0"/>
              <a:t>t</a:t>
            </a:r>
            <a:r>
              <a:rPr lang="es-MX" spc="-15" dirty="0"/>
              <a:t>e</a:t>
            </a:r>
            <a:r>
              <a:rPr lang="es-MX" spc="-50" dirty="0"/>
              <a:t>r</a:t>
            </a:r>
            <a:r>
              <a:rPr lang="es-MX" spc="-35" dirty="0"/>
              <a:t>c</a:t>
            </a:r>
            <a:r>
              <a:rPr lang="es-MX" spc="-20" dirty="0"/>
              <a:t>on</a:t>
            </a:r>
            <a:r>
              <a:rPr lang="es-MX" spc="-65" dirty="0"/>
              <a:t>e</a:t>
            </a:r>
            <a:r>
              <a:rPr lang="es-MX" spc="-5" dirty="0"/>
              <a:t>x</a:t>
            </a:r>
            <a:r>
              <a:rPr lang="es-MX" spc="-15" dirty="0"/>
              <a:t>ión</a:t>
            </a:r>
            <a:r>
              <a:rPr lang="es-ES" spc="-15" dirty="0"/>
              <a:t>,</a:t>
            </a:r>
            <a:r>
              <a:rPr dirty="0"/>
              <a:t> </a:t>
            </a:r>
            <a:r>
              <a:rPr spc="-135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dirty="0"/>
              <a:t> </a:t>
            </a:r>
            <a:r>
              <a:rPr spc="-125" dirty="0"/>
              <a:t> </a:t>
            </a:r>
            <a:r>
              <a:rPr dirty="0"/>
              <a:t>in</a:t>
            </a:r>
            <a:r>
              <a:rPr spc="-40" dirty="0"/>
              <a:t>s</a:t>
            </a:r>
            <a:r>
              <a:rPr spc="-45" dirty="0"/>
              <a:t>t</a:t>
            </a:r>
            <a:r>
              <a:rPr spc="5" dirty="0"/>
              <a:t>a</a:t>
            </a:r>
            <a:r>
              <a:rPr dirty="0"/>
              <a:t>lación </a:t>
            </a:r>
            <a:r>
              <a:rPr spc="-20" dirty="0"/>
              <a:t>d</a:t>
            </a:r>
            <a:r>
              <a:rPr spc="-15" dirty="0"/>
              <a:t>el</a:t>
            </a:r>
            <a:r>
              <a:rPr dirty="0"/>
              <a:t> </a:t>
            </a:r>
            <a:r>
              <a:rPr lang="es-MX" spc="-5" noProof="1"/>
              <a:t>s</a:t>
            </a:r>
            <a:r>
              <a:rPr lang="es-MX" spc="-15" noProof="1"/>
              <a:t>e</a:t>
            </a:r>
            <a:r>
              <a:rPr lang="es-MX" spc="5" noProof="1"/>
              <a:t>r</a:t>
            </a:r>
            <a:r>
              <a:rPr lang="es-MX" spc="-15" noProof="1"/>
              <a:t>v</a:t>
            </a:r>
            <a:r>
              <a:rPr lang="es-MX" spc="-20" noProof="1"/>
              <a:t>i</a:t>
            </a:r>
            <a:r>
              <a:rPr lang="es-MX" spc="-15" noProof="1"/>
              <a:t>cio</a:t>
            </a:r>
            <a:r>
              <a:rPr lang="es-ES" spc="-15" dirty="0"/>
              <a:t> de</a:t>
            </a:r>
            <a:r>
              <a:rPr dirty="0"/>
              <a:t> </a:t>
            </a:r>
            <a:r>
              <a:rPr b="1" spc="-25" dirty="0">
                <a:latin typeface="Calibri"/>
                <a:cs typeface="Calibri"/>
              </a:rPr>
              <a:t>DHC</a:t>
            </a:r>
            <a:r>
              <a:rPr b="1" spc="-15" dirty="0">
                <a:latin typeface="Calibri"/>
                <a:cs typeface="Calibri"/>
              </a:rPr>
              <a:t>P</a:t>
            </a:r>
            <a:r>
              <a:rPr lang="es-ES" spc="-15" dirty="0">
                <a:latin typeface="Calibri"/>
                <a:cs typeface="Calibri"/>
              </a:rPr>
              <a:t>, la configuración de </a:t>
            </a:r>
            <a:r>
              <a:rPr lang="es-ES" b="1" spc="-15" dirty="0">
                <a:latin typeface="Calibri"/>
                <a:cs typeface="Calibri"/>
              </a:rPr>
              <a:t>VLANs</a:t>
            </a:r>
            <a:r>
              <a:rPr lang="es-ES" spc="-15" dirty="0">
                <a:latin typeface="Calibri"/>
                <a:cs typeface="Calibri"/>
              </a:rPr>
              <a:t>,</a:t>
            </a:r>
            <a:r>
              <a:rPr lang="es-ES" b="1" spc="-15" dirty="0">
                <a:latin typeface="Calibri"/>
                <a:cs typeface="Calibri"/>
              </a:rPr>
              <a:t> rutas estáticas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lang="es-ES" spc="-10" dirty="0">
                <a:latin typeface="Calibri"/>
                <a:cs typeface="Calibri"/>
              </a:rPr>
              <a:t>y una </a:t>
            </a:r>
            <a:r>
              <a:rPr lang="es-ES" b="1" spc="-10" dirty="0">
                <a:latin typeface="Calibri"/>
                <a:cs typeface="Calibri"/>
              </a:rPr>
              <a:t>ruta por default </a:t>
            </a:r>
            <a:r>
              <a:rPr spc="-20" dirty="0"/>
              <a:t>pa</a:t>
            </a:r>
            <a:r>
              <a:rPr spc="-75" dirty="0"/>
              <a:t>r</a:t>
            </a:r>
            <a:r>
              <a:rPr spc="-15" dirty="0"/>
              <a:t>a</a:t>
            </a:r>
            <a:r>
              <a:rPr spc="130" dirty="0"/>
              <a:t> </a:t>
            </a:r>
            <a:r>
              <a:rPr spc="-15" dirty="0"/>
              <a:t>log</a:t>
            </a:r>
            <a:r>
              <a:rPr spc="-80" dirty="0"/>
              <a:t>r</a:t>
            </a:r>
            <a:r>
              <a:rPr spc="-15" dirty="0"/>
              <a:t>ar</a:t>
            </a:r>
            <a:r>
              <a:rPr spc="110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spc="125" dirty="0"/>
              <a:t> </a:t>
            </a:r>
            <a:r>
              <a:rPr spc="-35" dirty="0" err="1"/>
              <a:t>c</a:t>
            </a:r>
            <a:r>
              <a:rPr spc="-20" dirty="0" err="1"/>
              <a:t>onectivid</a:t>
            </a:r>
            <a:r>
              <a:rPr spc="-5" dirty="0" err="1"/>
              <a:t>a</a:t>
            </a:r>
            <a:r>
              <a:rPr spc="-15" dirty="0" err="1"/>
              <a:t>d</a:t>
            </a:r>
            <a:r>
              <a:rPr spc="120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lang="es-ES" spc="-15" dirty="0"/>
              <a:t>l</a:t>
            </a:r>
            <a:r>
              <a:rPr spc="114" dirty="0"/>
              <a:t> </a:t>
            </a:r>
            <a:r>
              <a:rPr spc="-15" dirty="0" err="1"/>
              <a:t>e</a:t>
            </a:r>
            <a:r>
              <a:rPr spc="-10" dirty="0" err="1"/>
              <a:t>s</a:t>
            </a:r>
            <a:r>
              <a:rPr spc="-20" dirty="0" err="1"/>
              <a:t>paci</a:t>
            </a:r>
            <a:r>
              <a:rPr spc="-15" dirty="0" err="1"/>
              <a:t>o</a:t>
            </a:r>
            <a:r>
              <a:rPr lang="es-ES" spc="-15" dirty="0"/>
              <a:t> de trabajo de la compañía </a:t>
            </a:r>
            <a:r>
              <a:rPr lang="es-ES" b="1" spc="-15" dirty="0"/>
              <a:t>“Pisos y más”</a:t>
            </a:r>
            <a:r>
              <a:rPr b="1" spc="120" dirty="0"/>
              <a:t> </a:t>
            </a:r>
            <a:r>
              <a:rPr spc="-35" dirty="0"/>
              <a:t>c</a:t>
            </a:r>
            <a:r>
              <a:rPr spc="-20" dirty="0"/>
              <a:t>o</a:t>
            </a:r>
            <a:r>
              <a:rPr spc="-15" dirty="0"/>
              <a:t>n</a:t>
            </a:r>
            <a:r>
              <a:rPr spc="120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spc="125" dirty="0"/>
              <a:t> </a:t>
            </a:r>
            <a:r>
              <a:rPr spc="-50" dirty="0"/>
              <a:t>r</a:t>
            </a:r>
            <a:r>
              <a:rPr spc="-15" dirty="0"/>
              <a:t>ed</a:t>
            </a:r>
            <a:r>
              <a:rPr spc="-10" dirty="0"/>
              <a:t> I</a:t>
            </a:r>
            <a:r>
              <a:rPr spc="-45" dirty="0"/>
              <a:t>n</a:t>
            </a:r>
            <a:r>
              <a:rPr spc="-35" dirty="0"/>
              <a:t>t</a:t>
            </a:r>
            <a:r>
              <a:rPr spc="-15" dirty="0"/>
              <a:t>ern</a:t>
            </a:r>
            <a:r>
              <a:rPr spc="-40" dirty="0"/>
              <a:t>e</a:t>
            </a:r>
            <a:r>
              <a:rPr spc="-10" dirty="0"/>
              <a:t>t</a:t>
            </a:r>
            <a:r>
              <a:rPr dirty="0"/>
              <a:t>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4436" y="457200"/>
            <a:ext cx="5183123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25" dirty="0">
                <a:solidFill>
                  <a:schemeClr val="accent4">
                    <a:lumMod val="50000"/>
                  </a:schemeClr>
                </a:solidFill>
              </a:rPr>
              <a:t>Cas</a:t>
            </a:r>
            <a:r>
              <a:rPr spc="-20" dirty="0">
                <a:solidFill>
                  <a:schemeClr val="accent4">
                    <a:lumMod val="50000"/>
                  </a:schemeClr>
                </a:solidFill>
              </a:rPr>
              <a:t>o</a:t>
            </a:r>
            <a:r>
              <a:rPr spc="5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s-ES" spc="5" dirty="0">
                <a:solidFill>
                  <a:schemeClr val="accent4">
                    <a:lumMod val="50000"/>
                  </a:schemeClr>
                </a:solidFill>
              </a:rPr>
              <a:t>“Pisos y más”</a:t>
            </a:r>
            <a:endParaRPr spc="-2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Imagen 4" descr="Una captura de pantalla de un celular con la imagen de un videojuego&#10;&#10;Descripción generada automáticamente con confianza baja">
            <a:extLst>
              <a:ext uri="{FF2B5EF4-FFF2-40B4-BE49-F238E27FC236}">
                <a16:creationId xmlns:a16="http://schemas.microsoft.com/office/drawing/2014/main" id="{0DF0B658-8BDF-4311-A02B-6133152272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124" y="3886200"/>
            <a:ext cx="31496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7605" y="1277144"/>
            <a:ext cx="10839450" cy="3882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00"/>
              </a:lnSpc>
              <a:spcAft>
                <a:spcPts val="600"/>
              </a:spcAft>
            </a:pPr>
            <a:r>
              <a:rPr sz="1600" spc="-5" dirty="0">
                <a:cs typeface="Calibri"/>
              </a:rPr>
              <a:t>Debemo</a:t>
            </a:r>
            <a:r>
              <a:rPr sz="1600" dirty="0">
                <a:cs typeface="Calibri"/>
              </a:rPr>
              <a:t>s</a:t>
            </a:r>
            <a:r>
              <a:rPr sz="1600" spc="20" dirty="0">
                <a:cs typeface="Calibri"/>
              </a:rPr>
              <a:t> </a:t>
            </a:r>
            <a:r>
              <a:rPr sz="1600" spc="-45" dirty="0">
                <a:cs typeface="Calibri"/>
              </a:rPr>
              <a:t>r</a:t>
            </a:r>
            <a:r>
              <a:rPr sz="1600" dirty="0">
                <a:cs typeface="Calibri"/>
              </a:rPr>
              <a:t>eali</a:t>
            </a:r>
            <a:r>
              <a:rPr sz="1600" spc="-35" dirty="0">
                <a:cs typeface="Calibri"/>
              </a:rPr>
              <a:t>z</a:t>
            </a:r>
            <a:r>
              <a:rPr sz="1600" dirty="0">
                <a:cs typeface="Calibri"/>
              </a:rPr>
              <a:t>ar</a:t>
            </a:r>
            <a:r>
              <a:rPr sz="1600" spc="25" dirty="0">
                <a:cs typeface="Calibri"/>
              </a:rPr>
              <a:t> </a:t>
            </a:r>
            <a:r>
              <a:rPr sz="1600" dirty="0">
                <a:cs typeface="Calibri"/>
              </a:rPr>
              <a:t>el</a:t>
            </a:r>
            <a:r>
              <a:rPr sz="1600" spc="20" dirty="0">
                <a:cs typeface="Calibri"/>
              </a:rPr>
              <a:t> </a:t>
            </a:r>
            <a:r>
              <a:rPr sz="1600" spc="-5" dirty="0">
                <a:cs typeface="Calibri"/>
              </a:rPr>
              <a:t>dis</a:t>
            </a:r>
            <a:r>
              <a:rPr sz="1600" spc="-15" dirty="0">
                <a:cs typeface="Calibri"/>
              </a:rPr>
              <a:t>e</a:t>
            </a:r>
            <a:r>
              <a:rPr sz="1600" spc="-5" dirty="0">
                <a:cs typeface="Calibri"/>
              </a:rPr>
              <a:t>ñ</a:t>
            </a:r>
            <a:r>
              <a:rPr sz="1600" dirty="0">
                <a:cs typeface="Calibri"/>
              </a:rPr>
              <a:t>o</a:t>
            </a:r>
            <a:r>
              <a:rPr sz="1600" spc="10" dirty="0">
                <a:cs typeface="Calibri"/>
              </a:rPr>
              <a:t> </a:t>
            </a:r>
            <a:r>
              <a:rPr sz="1600" spc="-20" dirty="0">
                <a:cs typeface="Calibri"/>
              </a:rPr>
              <a:t>c</a:t>
            </a:r>
            <a:r>
              <a:rPr sz="1600" spc="-5" dirty="0">
                <a:cs typeface="Calibri"/>
              </a:rPr>
              <a:t>o</a:t>
            </a:r>
            <a:r>
              <a:rPr sz="1600" dirty="0">
                <a:cs typeface="Calibri"/>
              </a:rPr>
              <a:t>n</a:t>
            </a:r>
            <a:r>
              <a:rPr sz="1600" spc="10" dirty="0">
                <a:cs typeface="Calibri"/>
              </a:rPr>
              <a:t> </a:t>
            </a:r>
            <a:r>
              <a:rPr sz="1600" spc="-5" dirty="0">
                <a:cs typeface="Calibri"/>
              </a:rPr>
              <a:t>bas</a:t>
            </a:r>
            <a:r>
              <a:rPr sz="1600" dirty="0">
                <a:cs typeface="Calibri"/>
              </a:rPr>
              <a:t>e</a:t>
            </a:r>
            <a:r>
              <a:rPr sz="1600" spc="35" dirty="0">
                <a:cs typeface="Calibri"/>
              </a:rPr>
              <a:t> </a:t>
            </a:r>
            <a:r>
              <a:rPr sz="1600" dirty="0">
                <a:cs typeface="Calibri"/>
              </a:rPr>
              <a:t>en</a:t>
            </a:r>
            <a:r>
              <a:rPr sz="1600" spc="15" dirty="0">
                <a:cs typeface="Calibri"/>
              </a:rPr>
              <a:t> </a:t>
            </a:r>
            <a:r>
              <a:rPr sz="1600" spc="-45" dirty="0">
                <a:cs typeface="Calibri"/>
              </a:rPr>
              <a:t>r</a:t>
            </a:r>
            <a:r>
              <a:rPr sz="1600" dirty="0">
                <a:cs typeface="Calibri"/>
              </a:rPr>
              <a:t>e</a:t>
            </a:r>
            <a:r>
              <a:rPr sz="1600" spc="-25" dirty="0">
                <a:cs typeface="Calibri"/>
              </a:rPr>
              <a:t>s</a:t>
            </a:r>
            <a:r>
              <a:rPr sz="1600" dirty="0">
                <a:cs typeface="Calibri"/>
              </a:rPr>
              <a:t>tri</a:t>
            </a:r>
            <a:r>
              <a:rPr sz="1600" spc="-5" dirty="0">
                <a:cs typeface="Calibri"/>
              </a:rPr>
              <a:t>c</a:t>
            </a:r>
            <a:r>
              <a:rPr sz="1600" dirty="0">
                <a:cs typeface="Calibri"/>
              </a:rPr>
              <a:t>c</a:t>
            </a:r>
            <a:r>
              <a:rPr sz="1600" spc="-10" dirty="0">
                <a:cs typeface="Calibri"/>
              </a:rPr>
              <a:t>i</a:t>
            </a:r>
            <a:r>
              <a:rPr sz="1600" spc="-5" dirty="0">
                <a:cs typeface="Calibri"/>
              </a:rPr>
              <a:t>o</a:t>
            </a:r>
            <a:r>
              <a:rPr sz="1600" spc="-10" dirty="0">
                <a:cs typeface="Calibri"/>
              </a:rPr>
              <a:t>n</a:t>
            </a:r>
            <a:r>
              <a:rPr sz="1600" dirty="0">
                <a:cs typeface="Calibri"/>
              </a:rPr>
              <a:t>es</a:t>
            </a:r>
            <a:r>
              <a:rPr sz="1600" spc="20" dirty="0">
                <a:cs typeface="Calibri"/>
              </a:rPr>
              <a:t> </a:t>
            </a:r>
            <a:r>
              <a:rPr sz="1600" spc="-5" dirty="0">
                <a:cs typeface="Calibri"/>
              </a:rPr>
              <a:t>qu</a:t>
            </a:r>
            <a:r>
              <a:rPr sz="1600" dirty="0">
                <a:cs typeface="Calibri"/>
              </a:rPr>
              <a:t>e</a:t>
            </a:r>
            <a:r>
              <a:rPr sz="1600" spc="25" dirty="0">
                <a:cs typeface="Calibri"/>
              </a:rPr>
              <a:t> </a:t>
            </a:r>
            <a:r>
              <a:rPr sz="1600" spc="-5" dirty="0">
                <a:cs typeface="Calibri"/>
              </a:rPr>
              <a:t>h</a:t>
            </a:r>
            <a:r>
              <a:rPr sz="1600" spc="5" dirty="0">
                <a:cs typeface="Calibri"/>
              </a:rPr>
              <a:t>a</a:t>
            </a:r>
            <a:r>
              <a:rPr sz="1600" dirty="0">
                <a:cs typeface="Calibri"/>
              </a:rPr>
              <a:t>n</a:t>
            </a:r>
            <a:r>
              <a:rPr sz="1600" spc="20" dirty="0">
                <a:cs typeface="Calibri"/>
              </a:rPr>
              <a:t> </a:t>
            </a:r>
            <a:r>
              <a:rPr sz="1600" spc="-5" dirty="0">
                <a:cs typeface="Calibri"/>
              </a:rPr>
              <a:t>sid</a:t>
            </a:r>
            <a:r>
              <a:rPr sz="1600" dirty="0">
                <a:cs typeface="Calibri"/>
              </a:rPr>
              <a:t>o</a:t>
            </a:r>
            <a:r>
              <a:rPr sz="1600" spc="10" dirty="0">
                <a:cs typeface="Calibri"/>
              </a:rPr>
              <a:t> </a:t>
            </a:r>
            <a:r>
              <a:rPr sz="1600" dirty="0" err="1">
                <a:cs typeface="Calibri"/>
              </a:rPr>
              <a:t>e</a:t>
            </a:r>
            <a:r>
              <a:rPr sz="1600" spc="-25" dirty="0" err="1">
                <a:cs typeface="Calibri"/>
              </a:rPr>
              <a:t>st</a:t>
            </a:r>
            <a:r>
              <a:rPr sz="1600" dirty="0" err="1">
                <a:cs typeface="Calibri"/>
              </a:rPr>
              <a:t>ablecidas</a:t>
            </a:r>
            <a:r>
              <a:rPr sz="1600" spc="25" dirty="0">
                <a:cs typeface="Calibri"/>
              </a:rPr>
              <a:t> </a:t>
            </a:r>
            <a:r>
              <a:rPr sz="1600" spc="-5" dirty="0">
                <a:cs typeface="Calibri"/>
              </a:rPr>
              <a:t>p</a:t>
            </a:r>
            <a:r>
              <a:rPr sz="1600" spc="-10" dirty="0">
                <a:cs typeface="Calibri"/>
              </a:rPr>
              <a:t>or</a:t>
            </a:r>
            <a:r>
              <a:rPr lang="es-ES" sz="1600" spc="-10" dirty="0">
                <a:cs typeface="Calibri"/>
              </a:rPr>
              <a:t> </a:t>
            </a:r>
            <a:r>
              <a:rPr sz="1600" spc="5" dirty="0">
                <a:cs typeface="Calibri"/>
              </a:rPr>
              <a:t>e</a:t>
            </a:r>
            <a:r>
              <a:rPr sz="1600" dirty="0">
                <a:cs typeface="Calibri"/>
              </a:rPr>
              <a:t>l</a:t>
            </a:r>
            <a:r>
              <a:rPr sz="1600" spc="-5" dirty="0">
                <a:cs typeface="Calibri"/>
              </a:rPr>
              <a:t> </a:t>
            </a:r>
            <a:r>
              <a:rPr lang="es-MX" sz="1600" dirty="0">
                <a:cs typeface="Calibri"/>
              </a:rPr>
              <a:t>cli</a:t>
            </a:r>
            <a:r>
              <a:rPr lang="es-MX" sz="1600" spc="10" dirty="0">
                <a:cs typeface="Calibri"/>
              </a:rPr>
              <a:t>e</a:t>
            </a:r>
            <a:r>
              <a:rPr lang="es-MX" sz="1600" spc="-25" dirty="0">
                <a:cs typeface="Calibri"/>
              </a:rPr>
              <a:t>n</a:t>
            </a:r>
            <a:r>
              <a:rPr lang="es-MX" sz="1600" spc="-35" dirty="0">
                <a:cs typeface="Calibri"/>
              </a:rPr>
              <a:t>t</a:t>
            </a:r>
            <a:r>
              <a:rPr lang="es-MX" sz="1600" spc="-5" dirty="0">
                <a:cs typeface="Calibri"/>
              </a:rPr>
              <a:t>e</a:t>
            </a:r>
            <a:r>
              <a:rPr lang="es-ES" sz="1600" spc="-5" dirty="0">
                <a:cs typeface="Calibri"/>
              </a:rPr>
              <a:t>:</a:t>
            </a:r>
            <a:endParaRPr sz="1600" dirty="0">
              <a:cs typeface="Calibri"/>
            </a:endParaRPr>
          </a:p>
          <a:p>
            <a:pPr marL="469900" indent="-457200">
              <a:lnSpc>
                <a:spcPts val="3000"/>
              </a:lnSpc>
              <a:buFont typeface="+mj-lt"/>
              <a:buAutoNum type="arabicPeriod"/>
              <a:tabLst>
                <a:tab pos="311150" algn="l"/>
                <a:tab pos="2332038" algn="l"/>
              </a:tabLst>
            </a:pPr>
            <a:r>
              <a:rPr lang="es-MX" sz="1600" spc="-20" dirty="0">
                <a:cs typeface="Calibri"/>
              </a:rPr>
              <a:t>Configura la interface </a:t>
            </a:r>
            <a:r>
              <a:rPr lang="es-MX" sz="1600" b="1" spc="-20" dirty="0">
                <a:cs typeface="Calibri"/>
              </a:rPr>
              <a:t>s0/0/1</a:t>
            </a:r>
            <a:r>
              <a:rPr lang="es-MX" sz="1600" spc="-20" dirty="0">
                <a:cs typeface="Calibri"/>
              </a:rPr>
              <a:t>.</a:t>
            </a:r>
            <a:endParaRPr lang="es-ES" sz="1600" dirty="0">
              <a:cs typeface="Calibri"/>
            </a:endParaRPr>
          </a:p>
          <a:p>
            <a:pPr marL="469900" indent="-457200">
              <a:lnSpc>
                <a:spcPts val="3000"/>
              </a:lnSpc>
              <a:buFont typeface="+mj-lt"/>
              <a:buAutoNum type="arabicPeriod"/>
              <a:tabLst>
                <a:tab pos="311785" algn="l"/>
              </a:tabLst>
            </a:pPr>
            <a:r>
              <a:rPr lang="es-MX" sz="1600" spc="-20" noProof="1">
                <a:cs typeface="Calibri"/>
              </a:rPr>
              <a:t>Deb</a:t>
            </a:r>
            <a:r>
              <a:rPr lang="es-MX" sz="1600" spc="-10" noProof="1">
                <a:cs typeface="Calibri"/>
              </a:rPr>
              <a:t>e</a:t>
            </a:r>
            <a:r>
              <a:rPr lang="es-MX" sz="1600" noProof="1">
                <a:cs typeface="Calibri"/>
              </a:rPr>
              <a:t>mos</a:t>
            </a:r>
            <a:r>
              <a:rPr sz="1600" spc="-20" dirty="0">
                <a:cs typeface="Calibri"/>
              </a:rPr>
              <a:t> </a:t>
            </a:r>
            <a:r>
              <a:rPr sz="1600" spc="-5" dirty="0" err="1">
                <a:cs typeface="Calibri"/>
              </a:rPr>
              <a:t>utili</a:t>
            </a:r>
            <a:r>
              <a:rPr sz="1600" spc="-30" dirty="0" err="1">
                <a:cs typeface="Calibri"/>
              </a:rPr>
              <a:t>z</a:t>
            </a:r>
            <a:r>
              <a:rPr sz="1600" spc="-10" dirty="0" err="1">
                <a:cs typeface="Calibri"/>
              </a:rPr>
              <a:t>ar</a:t>
            </a:r>
            <a:r>
              <a:rPr sz="1600" spc="-10" dirty="0">
                <a:cs typeface="Calibri"/>
              </a:rPr>
              <a:t> </a:t>
            </a:r>
            <a:r>
              <a:rPr lang="es-MX" sz="1600" spc="-10" dirty="0">
                <a:cs typeface="Calibri"/>
              </a:rPr>
              <a:t>cuatro</a:t>
            </a:r>
            <a:r>
              <a:rPr sz="1600" spc="-5" dirty="0">
                <a:cs typeface="Calibri"/>
              </a:rPr>
              <a:t> </a:t>
            </a:r>
            <a:r>
              <a:rPr sz="1600" b="1" spc="-20" dirty="0">
                <a:cs typeface="Calibri"/>
              </a:rPr>
              <a:t>VLAN</a:t>
            </a:r>
            <a:r>
              <a:rPr sz="1600" b="1" spc="-15" dirty="0">
                <a:cs typeface="Calibri"/>
              </a:rPr>
              <a:t>S</a:t>
            </a:r>
            <a:r>
              <a:rPr sz="1600" b="1" spc="-5" dirty="0">
                <a:cs typeface="Calibri"/>
              </a:rPr>
              <a:t> </a:t>
            </a:r>
            <a:r>
              <a:rPr sz="1600" spc="-5" dirty="0">
                <a:cs typeface="Calibri"/>
              </a:rPr>
              <a:t>(M</a:t>
            </a:r>
            <a:r>
              <a:rPr sz="1600" spc="5" dirty="0">
                <a:cs typeface="Calibri"/>
              </a:rPr>
              <a:t>a</a:t>
            </a:r>
            <a:r>
              <a:rPr sz="1600" spc="-5" dirty="0">
                <a:cs typeface="Calibri"/>
              </a:rPr>
              <a:t>na</a:t>
            </a:r>
            <a:r>
              <a:rPr sz="1600" spc="-25" dirty="0">
                <a:cs typeface="Calibri"/>
              </a:rPr>
              <a:t>g</a:t>
            </a:r>
            <a:r>
              <a:rPr sz="1600" spc="-15" dirty="0">
                <a:cs typeface="Calibri"/>
              </a:rPr>
              <a:t>e</a:t>
            </a:r>
            <a:r>
              <a:rPr sz="1600" spc="-210" dirty="0">
                <a:cs typeface="Calibri"/>
              </a:rPr>
              <a:t>r</a:t>
            </a:r>
            <a:r>
              <a:rPr sz="1600" spc="-10" dirty="0">
                <a:cs typeface="Calibri"/>
              </a:rPr>
              <a:t>,</a:t>
            </a:r>
            <a:r>
              <a:rPr lang="es-MX" sz="1600" spc="-10" dirty="0">
                <a:cs typeface="Calibri"/>
              </a:rPr>
              <a:t>s</a:t>
            </a:r>
            <a:r>
              <a:rPr sz="1600" spc="-25" dirty="0">
                <a:cs typeface="Calibri"/>
              </a:rPr>
              <a:t> </a:t>
            </a:r>
            <a:r>
              <a:rPr sz="1600" spc="-20" dirty="0">
                <a:cs typeface="Calibri"/>
              </a:rPr>
              <a:t>Us</a:t>
            </a:r>
            <a:r>
              <a:rPr sz="1600" spc="-15" dirty="0">
                <a:cs typeface="Calibri"/>
              </a:rPr>
              <a:t>e</a:t>
            </a:r>
            <a:r>
              <a:rPr sz="1600" spc="-40" dirty="0">
                <a:cs typeface="Calibri"/>
              </a:rPr>
              <a:t>r</a:t>
            </a:r>
            <a:r>
              <a:rPr sz="1600" spc="-5" dirty="0">
                <a:cs typeface="Calibri"/>
              </a:rPr>
              <a:t>s</a:t>
            </a:r>
            <a:r>
              <a:rPr lang="es-MX" sz="1600" spc="-5" dirty="0">
                <a:cs typeface="Calibri"/>
              </a:rPr>
              <a:t>,</a:t>
            </a:r>
            <a:r>
              <a:rPr sz="1600" spc="-5" dirty="0">
                <a:cs typeface="Calibri"/>
              </a:rPr>
              <a:t> S</a:t>
            </a:r>
            <a:r>
              <a:rPr sz="1600" spc="5" dirty="0">
                <a:cs typeface="Calibri"/>
              </a:rPr>
              <a:t>er</a:t>
            </a:r>
            <a:r>
              <a:rPr sz="1600" spc="-10" dirty="0">
                <a:cs typeface="Calibri"/>
              </a:rPr>
              <a:t>vice</a:t>
            </a:r>
            <a:r>
              <a:rPr sz="1600" dirty="0">
                <a:cs typeface="Calibri"/>
              </a:rPr>
              <a:t>s</a:t>
            </a:r>
            <a:r>
              <a:rPr lang="es-MX" sz="1600" dirty="0">
                <a:cs typeface="Calibri"/>
              </a:rPr>
              <a:t> y </a:t>
            </a:r>
            <a:r>
              <a:rPr lang="es-MX" sz="1600" dirty="0" err="1">
                <a:cs typeface="Calibri"/>
              </a:rPr>
              <a:t>Gestion</a:t>
            </a:r>
            <a:r>
              <a:rPr sz="1600" dirty="0">
                <a:cs typeface="Calibri"/>
              </a:rPr>
              <a:t>)</a:t>
            </a:r>
          </a:p>
          <a:p>
            <a:pPr marL="469900" indent="-457200">
              <a:lnSpc>
                <a:spcPts val="3000"/>
              </a:lnSpc>
              <a:buFont typeface="+mj-lt"/>
              <a:buAutoNum type="arabicPeriod"/>
              <a:tabLst>
                <a:tab pos="311785" algn="l"/>
              </a:tabLst>
            </a:pPr>
            <a:r>
              <a:rPr lang="es-MX" sz="1600" spc="-5" dirty="0">
                <a:cs typeface="Calibri"/>
              </a:rPr>
              <a:t>Las tres </a:t>
            </a:r>
            <a:r>
              <a:rPr lang="es-MX" sz="1600" b="1" spc="-5" dirty="0" err="1">
                <a:cs typeface="Calibri"/>
              </a:rPr>
              <a:t>VLANs</a:t>
            </a:r>
            <a:r>
              <a:rPr lang="es-MX" sz="1600" spc="-5" dirty="0">
                <a:cs typeface="Calibri"/>
              </a:rPr>
              <a:t> (M</a:t>
            </a:r>
            <a:r>
              <a:rPr lang="es-MX" sz="1600" spc="5" dirty="0">
                <a:cs typeface="Calibri"/>
              </a:rPr>
              <a:t>a</a:t>
            </a:r>
            <a:r>
              <a:rPr lang="es-MX" sz="1600" spc="-5" dirty="0">
                <a:cs typeface="Calibri"/>
              </a:rPr>
              <a:t>na</a:t>
            </a:r>
            <a:r>
              <a:rPr lang="es-MX" sz="1600" spc="-25" dirty="0">
                <a:cs typeface="Calibri"/>
              </a:rPr>
              <a:t>g</a:t>
            </a:r>
            <a:r>
              <a:rPr lang="es-MX" sz="1600" spc="-15" dirty="0">
                <a:cs typeface="Calibri"/>
              </a:rPr>
              <a:t>e</a:t>
            </a:r>
            <a:r>
              <a:rPr lang="es-MX" sz="1600" spc="-210" dirty="0">
                <a:cs typeface="Calibri"/>
              </a:rPr>
              <a:t>rs</a:t>
            </a:r>
            <a:r>
              <a:rPr lang="es-MX" sz="1600" spc="-10" dirty="0">
                <a:cs typeface="Calibri"/>
              </a:rPr>
              <a:t>,</a:t>
            </a:r>
            <a:r>
              <a:rPr lang="es-MX" sz="1600" spc="-25" dirty="0">
                <a:cs typeface="Calibri"/>
              </a:rPr>
              <a:t> </a:t>
            </a:r>
            <a:r>
              <a:rPr lang="es-MX" sz="1600" spc="-20" dirty="0" err="1">
                <a:cs typeface="Calibri"/>
              </a:rPr>
              <a:t>Us</a:t>
            </a:r>
            <a:r>
              <a:rPr lang="es-MX" sz="1600" spc="-15" dirty="0" err="1">
                <a:cs typeface="Calibri"/>
              </a:rPr>
              <a:t>e</a:t>
            </a:r>
            <a:r>
              <a:rPr lang="es-MX" sz="1600" spc="-40" dirty="0" err="1">
                <a:cs typeface="Calibri"/>
              </a:rPr>
              <a:t>r</a:t>
            </a:r>
            <a:r>
              <a:rPr lang="es-MX" sz="1600" spc="-5" dirty="0" err="1">
                <a:cs typeface="Calibri"/>
              </a:rPr>
              <a:t>s</a:t>
            </a:r>
            <a:r>
              <a:rPr lang="es-MX" sz="1600" spc="-5" dirty="0">
                <a:cs typeface="Calibri"/>
              </a:rPr>
              <a:t> y S</a:t>
            </a:r>
            <a:r>
              <a:rPr lang="es-MX" sz="1600" spc="5" dirty="0">
                <a:cs typeface="Calibri"/>
              </a:rPr>
              <a:t>er</a:t>
            </a:r>
            <a:r>
              <a:rPr lang="es-MX" sz="1600" spc="-10" dirty="0">
                <a:cs typeface="Calibri"/>
              </a:rPr>
              <a:t>vice</a:t>
            </a:r>
            <a:r>
              <a:rPr lang="es-MX" sz="1600" dirty="0">
                <a:cs typeface="Calibri"/>
              </a:rPr>
              <a:t>s) </a:t>
            </a:r>
            <a:r>
              <a:rPr lang="es-MX" sz="1600" spc="-5" dirty="0">
                <a:cs typeface="Calibri"/>
              </a:rPr>
              <a:t>obtendrán </a:t>
            </a:r>
            <a:r>
              <a:rPr sz="1600" spc="-5" dirty="0" err="1">
                <a:cs typeface="Calibri"/>
              </a:rPr>
              <a:t>di</a:t>
            </a:r>
            <a:r>
              <a:rPr sz="1600" spc="-35" dirty="0" err="1">
                <a:cs typeface="Calibri"/>
              </a:rPr>
              <a:t>r</a:t>
            </a:r>
            <a:r>
              <a:rPr sz="1600" spc="-15" dirty="0" err="1">
                <a:cs typeface="Calibri"/>
              </a:rPr>
              <a:t>e</a:t>
            </a:r>
            <a:r>
              <a:rPr sz="1600" spc="-10" dirty="0" err="1">
                <a:cs typeface="Calibri"/>
              </a:rPr>
              <a:t>c</a:t>
            </a:r>
            <a:r>
              <a:rPr sz="1600" dirty="0" err="1">
                <a:cs typeface="Calibri"/>
              </a:rPr>
              <a:t>ci</a:t>
            </a:r>
            <a:r>
              <a:rPr lang="es-MX" sz="1600" dirty="0" err="1">
                <a:cs typeface="Calibri"/>
              </a:rPr>
              <a:t>ones</a:t>
            </a:r>
            <a:r>
              <a:rPr sz="1600" spc="-15" dirty="0">
                <a:cs typeface="Calibri"/>
              </a:rPr>
              <a:t> IP</a:t>
            </a:r>
            <a:r>
              <a:rPr sz="1600" spc="-10" dirty="0">
                <a:cs typeface="Calibri"/>
              </a:rPr>
              <a:t> </a:t>
            </a:r>
            <a:r>
              <a:rPr sz="1600" spc="-5" dirty="0" err="1">
                <a:cs typeface="Calibri"/>
              </a:rPr>
              <a:t>dinámi</a:t>
            </a:r>
            <a:r>
              <a:rPr sz="1600" spc="-10" dirty="0" err="1">
                <a:cs typeface="Calibri"/>
              </a:rPr>
              <a:t>c</a:t>
            </a:r>
            <a:r>
              <a:rPr sz="1600" dirty="0" err="1">
                <a:cs typeface="Calibri"/>
              </a:rPr>
              <a:t>a</a:t>
            </a:r>
            <a:r>
              <a:rPr lang="es-MX" sz="1600" dirty="0">
                <a:cs typeface="Calibri"/>
              </a:rPr>
              <a:t>s</a:t>
            </a:r>
            <a:r>
              <a:rPr sz="1600" spc="-10" dirty="0">
                <a:cs typeface="Calibri"/>
              </a:rPr>
              <a:t> </a:t>
            </a:r>
            <a:r>
              <a:rPr sz="1600" dirty="0">
                <a:cs typeface="Calibri"/>
              </a:rPr>
              <a:t>(</a:t>
            </a:r>
            <a:r>
              <a:rPr sz="1600" b="1" spc="-5" dirty="0">
                <a:cs typeface="Calibri"/>
              </a:rPr>
              <a:t>DHCP</a:t>
            </a:r>
            <a:r>
              <a:rPr sz="1600" dirty="0">
                <a:cs typeface="Calibri"/>
              </a:rPr>
              <a:t>)</a:t>
            </a:r>
          </a:p>
          <a:p>
            <a:pPr marL="469900" marR="6350" indent="-457200">
              <a:lnSpc>
                <a:spcPts val="3000"/>
              </a:lnSpc>
              <a:buFont typeface="+mj-lt"/>
              <a:buAutoNum type="arabicPeriod"/>
              <a:tabLst>
                <a:tab pos="314960" algn="l"/>
              </a:tabLst>
            </a:pPr>
            <a:r>
              <a:rPr lang="es-MX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Configura</a:t>
            </a:r>
            <a:r>
              <a:rPr lang="es-MX" sz="1600" spc="9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600" spc="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</a:t>
            </a:r>
            <a:r>
              <a:rPr lang="es-MX" sz="1600" spc="9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VLAN 333</a:t>
            </a:r>
            <a:r>
              <a:rPr lang="es-MX" sz="1600" b="1" spc="25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6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del switch </a:t>
            </a:r>
            <a:r>
              <a:rPr lang="es-MX" sz="16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SCompany</a:t>
            </a:r>
            <a:r>
              <a:rPr lang="es-MX" sz="16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con la </a:t>
            </a:r>
            <a:r>
              <a:rPr lang="es-MX" sz="1600" spc="-5" dirty="0">
                <a:ea typeface="Calibri" panose="020F0502020204030204" pitchFamily="34" charset="0"/>
                <a:cs typeface="Times New Roman" panose="02020603050405020304" pitchFamily="18" charset="0"/>
              </a:rPr>
              <a:t>primera</a:t>
            </a:r>
            <a:r>
              <a:rPr lang="es-MX" sz="16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IP valida de la subred y el</a:t>
            </a:r>
            <a:r>
              <a:rPr lang="es-MX" sz="1600" spc="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default </a:t>
            </a:r>
            <a:r>
              <a:rPr lang="es-MX" sz="1600" b="1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Gateway</a:t>
            </a:r>
            <a:r>
              <a:rPr lang="es-MX" sz="1600" spc="-5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MX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9900" marR="6350" indent="-457200">
              <a:lnSpc>
                <a:spcPts val="3000"/>
              </a:lnSpc>
              <a:buFont typeface="+mj-lt"/>
              <a:buAutoNum type="arabicPeriod"/>
              <a:tabLst>
                <a:tab pos="314960" algn="l"/>
              </a:tabLst>
            </a:pPr>
            <a:r>
              <a:rPr lang="es-ES" sz="1600" spc="-20" dirty="0">
                <a:cs typeface="Calibri"/>
              </a:rPr>
              <a:t>Deb</a:t>
            </a:r>
            <a:r>
              <a:rPr lang="es-ES" sz="1600" spc="-10" dirty="0">
                <a:cs typeface="Calibri"/>
              </a:rPr>
              <a:t>e</a:t>
            </a:r>
            <a:r>
              <a:rPr lang="es-ES" sz="1600" dirty="0">
                <a:cs typeface="Calibri"/>
              </a:rPr>
              <a:t>mos</a:t>
            </a:r>
            <a:r>
              <a:rPr lang="es-ES" sz="1600" spc="20" dirty="0">
                <a:cs typeface="Calibri"/>
              </a:rPr>
              <a:t> </a:t>
            </a:r>
            <a:r>
              <a:rPr lang="es-ES" sz="1600" spc="-35" dirty="0">
                <a:cs typeface="Calibri"/>
              </a:rPr>
              <a:t>c</a:t>
            </a:r>
            <a:r>
              <a:rPr lang="es-ES" sz="1600" spc="-5" dirty="0">
                <a:cs typeface="Calibri"/>
              </a:rPr>
              <a:t>onec</a:t>
            </a:r>
            <a:r>
              <a:rPr lang="es-ES" sz="1600" spc="-20" dirty="0">
                <a:cs typeface="Calibri"/>
              </a:rPr>
              <a:t>t</a:t>
            </a:r>
            <a:r>
              <a:rPr lang="es-ES" sz="1600" spc="-10" dirty="0">
                <a:cs typeface="Calibri"/>
              </a:rPr>
              <a:t>ar</a:t>
            </a:r>
            <a:r>
              <a:rPr lang="es-ES" sz="1600" spc="20" dirty="0">
                <a:cs typeface="Calibri"/>
              </a:rPr>
              <a:t> </a:t>
            </a:r>
            <a:r>
              <a:rPr lang="es-ES" sz="1600" dirty="0">
                <a:cs typeface="Calibri"/>
              </a:rPr>
              <a:t>la</a:t>
            </a:r>
            <a:r>
              <a:rPr lang="es-ES" sz="1600" spc="20" dirty="0">
                <a:cs typeface="Calibri"/>
              </a:rPr>
              <a:t> </a:t>
            </a:r>
            <a:r>
              <a:rPr lang="es-ES" sz="1600" spc="-55" dirty="0">
                <a:cs typeface="Calibri"/>
              </a:rPr>
              <a:t>r</a:t>
            </a:r>
            <a:r>
              <a:rPr lang="es-ES" sz="1600" spc="-15" dirty="0">
                <a:cs typeface="Calibri"/>
              </a:rPr>
              <a:t>ed</a:t>
            </a:r>
            <a:r>
              <a:rPr lang="es-ES" sz="1600" spc="25" dirty="0">
                <a:cs typeface="Calibri"/>
              </a:rPr>
              <a:t> </a:t>
            </a:r>
            <a:r>
              <a:rPr lang="es-ES" sz="1600" dirty="0">
                <a:cs typeface="Calibri"/>
              </a:rPr>
              <a:t>lo</a:t>
            </a:r>
            <a:r>
              <a:rPr lang="es-ES" sz="1600" spc="-30" dirty="0">
                <a:cs typeface="Calibri"/>
              </a:rPr>
              <a:t>c</a:t>
            </a:r>
            <a:r>
              <a:rPr lang="es-ES" sz="1600" dirty="0">
                <a:cs typeface="Calibri"/>
              </a:rPr>
              <a:t>al</a:t>
            </a:r>
            <a:r>
              <a:rPr lang="es-ES" sz="1600" spc="25" dirty="0">
                <a:cs typeface="Calibri"/>
              </a:rPr>
              <a:t> </a:t>
            </a:r>
            <a:r>
              <a:rPr lang="es-ES" sz="1600" dirty="0">
                <a:cs typeface="Calibri"/>
              </a:rPr>
              <a:t>a</a:t>
            </a:r>
            <a:r>
              <a:rPr lang="es-ES" sz="1600" spc="20" dirty="0">
                <a:cs typeface="Calibri"/>
              </a:rPr>
              <a:t> </a:t>
            </a:r>
            <a:r>
              <a:rPr lang="es-ES" sz="1600" dirty="0">
                <a:cs typeface="Calibri"/>
              </a:rPr>
              <a:t>los</a:t>
            </a:r>
            <a:r>
              <a:rPr lang="es-ES" sz="1600" spc="10" dirty="0">
                <a:cs typeface="Calibri"/>
              </a:rPr>
              <a:t> </a:t>
            </a:r>
            <a:r>
              <a:rPr lang="es-ES" sz="1600" spc="-20" dirty="0">
                <a:cs typeface="Calibri"/>
              </a:rPr>
              <a:t>se</a:t>
            </a:r>
            <a:r>
              <a:rPr lang="es-ES" sz="1600" spc="15" dirty="0">
                <a:cs typeface="Calibri"/>
              </a:rPr>
              <a:t>r</a:t>
            </a:r>
            <a:r>
              <a:rPr lang="es-ES" sz="1600" dirty="0">
                <a:cs typeface="Calibri"/>
              </a:rPr>
              <a:t>vicios</a:t>
            </a:r>
            <a:r>
              <a:rPr lang="es-ES" sz="1600" spc="15" dirty="0">
                <a:cs typeface="Calibri"/>
              </a:rPr>
              <a:t> </a:t>
            </a:r>
            <a:r>
              <a:rPr lang="es-ES" sz="1600" spc="-20" dirty="0">
                <a:cs typeface="Calibri"/>
              </a:rPr>
              <a:t>d</a:t>
            </a:r>
            <a:r>
              <a:rPr lang="es-ES" sz="1600" spc="-15" dirty="0">
                <a:cs typeface="Calibri"/>
              </a:rPr>
              <a:t>e</a:t>
            </a:r>
            <a:r>
              <a:rPr lang="es-ES" sz="1600" spc="25" dirty="0">
                <a:cs typeface="Calibri"/>
              </a:rPr>
              <a:t> </a:t>
            </a:r>
            <a:r>
              <a:rPr lang="es-ES" sz="1600" dirty="0">
                <a:cs typeface="Calibri"/>
              </a:rPr>
              <a:t>I</a:t>
            </a:r>
            <a:r>
              <a:rPr lang="es-ES" sz="1600" spc="-30" dirty="0">
                <a:cs typeface="Calibri"/>
              </a:rPr>
              <a:t>n</a:t>
            </a:r>
            <a:r>
              <a:rPr lang="es-ES" sz="1600" spc="-35" dirty="0">
                <a:cs typeface="Calibri"/>
              </a:rPr>
              <a:t>t</a:t>
            </a:r>
            <a:r>
              <a:rPr lang="es-ES" sz="1600" spc="-15" dirty="0">
                <a:cs typeface="Calibri"/>
              </a:rPr>
              <a:t>e</a:t>
            </a:r>
            <a:r>
              <a:rPr lang="es-ES" sz="1600" dirty="0">
                <a:cs typeface="Calibri"/>
              </a:rPr>
              <a:t>r</a:t>
            </a:r>
            <a:r>
              <a:rPr lang="es-ES" sz="1600" spc="-20" dirty="0">
                <a:cs typeface="Calibri"/>
              </a:rPr>
              <a:t>net. Para interconectar la red local con el proveedor de servicios es necesario instalar una </a:t>
            </a:r>
            <a:r>
              <a:rPr lang="es-ES" sz="1600" b="1" spc="-20" dirty="0">
                <a:cs typeface="Calibri"/>
              </a:rPr>
              <a:t>ruta por default</a:t>
            </a:r>
            <a:r>
              <a:rPr lang="es-ES" sz="1600" spc="-20" dirty="0">
                <a:cs typeface="Calibri"/>
              </a:rPr>
              <a:t>. </a:t>
            </a:r>
          </a:p>
          <a:p>
            <a:pPr marL="469900" marR="6350" indent="-457200">
              <a:lnSpc>
                <a:spcPts val="3000"/>
              </a:lnSpc>
              <a:buFont typeface="+mj-lt"/>
              <a:buAutoNum type="arabicPeriod"/>
              <a:tabLst>
                <a:tab pos="314960" algn="l"/>
              </a:tabLst>
            </a:pPr>
            <a:r>
              <a:rPr lang="es-ES" sz="1600" spc="-20" dirty="0">
                <a:cs typeface="Calibri"/>
              </a:rPr>
              <a:t>Debemos configurar rutas estáticas en el </a:t>
            </a:r>
            <a:r>
              <a:rPr lang="es-ES" sz="1600" b="1" spc="-20" dirty="0">
                <a:cs typeface="Calibri"/>
              </a:rPr>
              <a:t>ISP</a:t>
            </a:r>
            <a:r>
              <a:rPr lang="es-ES" sz="1600" spc="-20" dirty="0">
                <a:cs typeface="Calibri"/>
              </a:rPr>
              <a:t> para que se pueda conectar con la red local.</a:t>
            </a:r>
          </a:p>
          <a:p>
            <a:pPr marL="469900" marR="6350" indent="-457200">
              <a:lnSpc>
                <a:spcPts val="3000"/>
              </a:lnSpc>
              <a:buFont typeface="+mj-lt"/>
              <a:buAutoNum type="arabicPeriod"/>
              <a:tabLst>
                <a:tab pos="314960" algn="l"/>
              </a:tabLst>
            </a:pPr>
            <a:r>
              <a:rPr lang="es-MX" sz="1600" spc="-50" noProof="1">
                <a:cs typeface="Calibri"/>
              </a:rPr>
              <a:t>R</a:t>
            </a:r>
            <a:r>
              <a:rPr lang="es-MX" sz="1600" spc="-15" noProof="1">
                <a:cs typeface="Calibri"/>
              </a:rPr>
              <a:t>ea</a:t>
            </a:r>
            <a:r>
              <a:rPr lang="es-MX" sz="1600" noProof="1">
                <a:cs typeface="Calibri"/>
              </a:rPr>
              <a:t>li</a:t>
            </a:r>
            <a:r>
              <a:rPr lang="es-MX" sz="1600" spc="-40" noProof="1">
                <a:cs typeface="Calibri"/>
              </a:rPr>
              <a:t>z</a:t>
            </a:r>
            <a:r>
              <a:rPr lang="es-MX" sz="1600" spc="-10" noProof="1">
                <a:cs typeface="Calibri"/>
              </a:rPr>
              <a:t>a</a:t>
            </a:r>
            <a:r>
              <a:rPr sz="1600" spc="-30" dirty="0">
                <a:cs typeface="Calibri"/>
              </a:rPr>
              <a:t> </a:t>
            </a:r>
            <a:r>
              <a:rPr sz="1600" dirty="0">
                <a:cs typeface="Calibri"/>
              </a:rPr>
              <a:t>las</a:t>
            </a:r>
            <a:r>
              <a:rPr sz="1600" spc="-5" dirty="0">
                <a:cs typeface="Calibri"/>
              </a:rPr>
              <a:t> </a:t>
            </a:r>
            <a:r>
              <a:rPr sz="1600" b="1" spc="-20" dirty="0">
                <a:cs typeface="Calibri"/>
              </a:rPr>
              <a:t>pru</a:t>
            </a:r>
            <a:r>
              <a:rPr sz="1600" b="1" spc="-10" dirty="0">
                <a:cs typeface="Calibri"/>
              </a:rPr>
              <a:t>e</a:t>
            </a:r>
            <a:r>
              <a:rPr sz="1600" b="1" spc="-5" dirty="0">
                <a:cs typeface="Calibri"/>
              </a:rPr>
              <a:t>ba</a:t>
            </a:r>
            <a:r>
              <a:rPr sz="1600" b="1" dirty="0">
                <a:cs typeface="Calibri"/>
              </a:rPr>
              <a:t>s </a:t>
            </a:r>
            <a:r>
              <a:rPr sz="1600" b="1" spc="-20" dirty="0">
                <a:cs typeface="Calibri"/>
              </a:rPr>
              <a:t>d</a:t>
            </a:r>
            <a:r>
              <a:rPr sz="1600" b="1" spc="-15" dirty="0">
                <a:cs typeface="Calibri"/>
              </a:rPr>
              <a:t>e</a:t>
            </a:r>
            <a:r>
              <a:rPr sz="1600" b="1" dirty="0">
                <a:cs typeface="Calibri"/>
              </a:rPr>
              <a:t> </a:t>
            </a:r>
            <a:r>
              <a:rPr sz="1600" b="1" spc="-35" dirty="0">
                <a:cs typeface="Calibri"/>
              </a:rPr>
              <a:t>c</a:t>
            </a:r>
            <a:r>
              <a:rPr sz="1600" b="1" spc="-5" dirty="0">
                <a:cs typeface="Calibri"/>
              </a:rPr>
              <a:t>onectivida</a:t>
            </a:r>
            <a:r>
              <a:rPr sz="1600" b="1" dirty="0">
                <a:cs typeface="Calibri"/>
              </a:rPr>
              <a:t>d</a:t>
            </a:r>
            <a:r>
              <a:rPr sz="1600" b="1" spc="10" dirty="0">
                <a:cs typeface="Calibri"/>
              </a:rPr>
              <a:t> </a:t>
            </a:r>
            <a:r>
              <a:rPr sz="1600" spc="-20" dirty="0" err="1">
                <a:cs typeface="Calibri"/>
              </a:rPr>
              <a:t>ne</a:t>
            </a:r>
            <a:r>
              <a:rPr sz="1600" spc="-10" dirty="0" err="1">
                <a:cs typeface="Calibri"/>
              </a:rPr>
              <a:t>c</a:t>
            </a:r>
            <a:r>
              <a:rPr sz="1600" spc="-15" dirty="0" err="1">
                <a:cs typeface="Calibri"/>
              </a:rPr>
              <a:t>esar</a:t>
            </a:r>
            <a:r>
              <a:rPr sz="1600" dirty="0" err="1">
                <a:cs typeface="Calibri"/>
              </a:rPr>
              <a:t>ias</a:t>
            </a:r>
            <a:r>
              <a:rPr sz="1600" dirty="0">
                <a:cs typeface="Calibri"/>
              </a:rPr>
              <a:t>.</a:t>
            </a:r>
            <a:endParaRPr lang="es-MX" sz="1600" dirty="0">
              <a:cs typeface="Calibri"/>
            </a:endParaRPr>
          </a:p>
          <a:p>
            <a:pPr marL="469900" marR="6350" indent="-457200">
              <a:lnSpc>
                <a:spcPts val="3000"/>
              </a:lnSpc>
              <a:buFont typeface="+mj-lt"/>
              <a:buAutoNum type="arabicPeriod"/>
              <a:tabLst>
                <a:tab pos="314960" algn="l"/>
              </a:tabLst>
            </a:pPr>
            <a:r>
              <a:rPr lang="es-MX" sz="1600" dirty="0">
                <a:cs typeface="Calibri"/>
              </a:rPr>
              <a:t>Configura el switch </a:t>
            </a:r>
            <a:r>
              <a:rPr lang="es-MX" sz="1600" b="1" dirty="0" err="1">
                <a:cs typeface="Calibri"/>
              </a:rPr>
              <a:t>SCompany</a:t>
            </a:r>
            <a:r>
              <a:rPr lang="es-MX" sz="1600" b="1" dirty="0">
                <a:cs typeface="Calibri"/>
              </a:rPr>
              <a:t> </a:t>
            </a:r>
            <a:r>
              <a:rPr lang="es-MX" sz="1600" dirty="0">
                <a:cs typeface="Calibri"/>
              </a:rPr>
              <a:t>para acceso remoto por SSH.</a:t>
            </a:r>
            <a:endParaRPr sz="1600" dirty="0"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0439E7-051A-49D7-BFD6-237A56112EE4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152400"/>
            <a:ext cx="10443519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Restricciones y consideraciones del cliente</a:t>
            </a:r>
          </a:p>
        </p:txBody>
      </p:sp>
      <p:pic>
        <p:nvPicPr>
          <p:cNvPr id="5" name="Imagen 4" descr="Un ratón de computadora&#10;&#10;Descripción generada automáticamente con confianza media">
            <a:extLst>
              <a:ext uri="{FF2B5EF4-FFF2-40B4-BE49-F238E27FC236}">
                <a16:creationId xmlns:a16="http://schemas.microsoft.com/office/drawing/2014/main" id="{927F9FD1-2B32-4E2C-B331-0E2268D60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937" y="4572000"/>
            <a:ext cx="2485571" cy="18641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AAB7B-8EB9-2961-EB16-8902E6D7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AD5214-4AC7-7075-4413-D09E6FAC15DE}"/>
              </a:ext>
            </a:extLst>
          </p:cNvPr>
          <p:cNvSpPr txBox="1"/>
          <p:nvPr/>
        </p:nvSpPr>
        <p:spPr>
          <a:xfrm>
            <a:off x="2743200" y="403453"/>
            <a:ext cx="61550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interface s0/0/1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Ruteador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7 CuadroTexto">
            <a:extLst>
              <a:ext uri="{FF2B5EF4-FFF2-40B4-BE49-F238E27FC236}">
                <a16:creationId xmlns:a16="http://schemas.microsoft.com/office/drawing/2014/main" id="{39514E9B-142C-0CB4-6917-350F4775B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05000"/>
            <a:ext cx="3200400" cy="170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Configura la interface </a:t>
            </a: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s0/0/1</a:t>
            </a:r>
          </a:p>
          <a:p>
            <a:pPr>
              <a:lnSpc>
                <a:spcPct val="150000"/>
              </a:lnSpc>
            </a:pP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NOTA: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Las interfaces seriales </a:t>
            </a: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DCE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se les configura un </a:t>
            </a:r>
            <a:r>
              <a:rPr lang="es-E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clock</a:t>
            </a: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128000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0FC9CF1-F510-2BEB-2B19-7C782EE7D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24000"/>
            <a:ext cx="7925831" cy="433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62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C5EBEF-DB5D-84ED-7C09-9B1301E84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762918"/>
            <a:ext cx="7917149" cy="4333082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3276600" y="160126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Ruteador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88947"/>
            <a:ext cx="11430000" cy="698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VLANs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son redes virtuales que permiten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segmentar el tráfico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y tener distintos dominios de broadcast en una misma interface del router, con el uso de las subinterfaces. </a:t>
            </a:r>
            <a:endParaRPr lang="es-MX" sz="1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7 CuadroTexto">
            <a:extLst>
              <a:ext uri="{FF2B5EF4-FFF2-40B4-BE49-F238E27FC236}">
                <a16:creationId xmlns:a16="http://schemas.microsoft.com/office/drawing/2014/main" id="{38E0D603-2C5E-46E8-85CD-52C2F196B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762918"/>
            <a:ext cx="3733800" cy="448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El definir subinterfaces en el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RFrontera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implica que la interface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g0/0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recibe peticiones de la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vlan 10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vlan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20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vlan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30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vlan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333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_tradnl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Las subinterfaces se definen con la interface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g0/0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y se le concatena la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subinteface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asociada con la </a:t>
            </a:r>
            <a:r>
              <a:rPr lang="es-ES" sz="1400" dirty="0" err="1">
                <a:latin typeface="Arial" panose="020B0604020202020204" pitchFamily="34" charset="0"/>
                <a:cs typeface="Arial" panose="020B0604020202020204" pitchFamily="34" charset="0"/>
              </a:rPr>
              <a:t>vlan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g0/0.10</a:t>
            </a:r>
            <a:endParaRPr lang="es-E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El protocolo de encapsulamiento debe incluir el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id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de la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vlan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dirección IP de la subinterface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va a ser la 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última dirección IP válida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de la subred o bloque.</a:t>
            </a:r>
            <a:endParaRPr lang="es-MX" sz="1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68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82264"/>
            <a:ext cx="10591800" cy="3857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Comandos para el Router</a:t>
            </a:r>
          </a:p>
          <a:p>
            <a:pPr>
              <a:lnSpc>
                <a:spcPct val="150000"/>
              </a:lnSpc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! Sección para crear las subinterfaces asociadas a cada VLAN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 g0/0.VID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encapsulation  dot1q  VID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ip add  DirIP  Msk</a:t>
            </a:r>
          </a:p>
          <a:p>
            <a:pPr>
              <a:lnSpc>
                <a:spcPct val="150000"/>
              </a:lnSpc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! Hay que levantar todas las subinterfaces (lógicas). Si levanto la interfaz física se levantan todas las subinterfaces.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 g0/0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no shut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s-MX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6910A5E-3570-A45A-7F70-649DCA3C68F3}"/>
              </a:ext>
            </a:extLst>
          </p:cNvPr>
          <p:cNvSpPr txBox="1"/>
          <p:nvPr/>
        </p:nvSpPr>
        <p:spPr>
          <a:xfrm>
            <a:off x="3276600" y="160126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Ruteador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126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322C4C9-DB25-1324-6EE7-F32B1204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981200"/>
            <a:ext cx="8077200" cy="4420678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2667000" y="152400"/>
            <a:ext cx="6400800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del servicio de DHCP</a:t>
            </a:r>
          </a:p>
          <a:p>
            <a:pPr marL="12700" algn="ctr"/>
            <a:r>
              <a:rPr lang="es-ES" sz="2000" spc="-25" dirty="0">
                <a:cs typeface="Calibri"/>
              </a:rPr>
              <a:t>Ruteador</a:t>
            </a:r>
            <a:endParaRPr lang="es-ES" sz="3200" dirty="0">
              <a:latin typeface="Calibri"/>
              <a:cs typeface="Calibri"/>
            </a:endParaRPr>
          </a:p>
        </p:txBody>
      </p:sp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593"/>
            <a:ext cx="10820400" cy="152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Tenemos cuatro subredes asociadas con las </a:t>
            </a:r>
            <a:r>
              <a:rPr lang="es-ES_tradnl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VLANs 10, 20, 30 y 333</a:t>
            </a:r>
            <a:r>
              <a:rPr lang="es-ES_tradnl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MX" sz="1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tres </a:t>
            </a:r>
            <a:r>
              <a:rPr lang="es-MX" sz="1600" spc="-5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VLANs</a:t>
            </a:r>
            <a:r>
              <a:rPr lang="es-MX" sz="1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MX" sz="1600" b="1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sz="1600" b="1" spc="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600" b="1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s-MX" sz="1600" b="1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MX" sz="1600" b="1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1600" b="1" spc="-2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es-MX" sz="1600" b="1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s-MX" sz="1600" b="1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spc="-2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</a:t>
            </a:r>
            <a:r>
              <a:rPr lang="es-MX" sz="1600" b="1" spc="-15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1600" b="1" spc="-4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MX" sz="1600" b="1" spc="-5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1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</a:t>
            </a:r>
            <a:r>
              <a:rPr lang="es-MX" sz="1600" b="1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lang="es-MX" sz="1600" b="1" spc="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</a:t>
            </a:r>
            <a:r>
              <a:rPr lang="es-MX" sz="1600" b="1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vice</a:t>
            </a:r>
            <a:r>
              <a:rPr lang="es-MX" sz="16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MX" sz="1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obtendrán di</a:t>
            </a:r>
            <a:r>
              <a:rPr lang="es-MX" sz="1600" spc="-3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MX" sz="16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16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ción</a:t>
            </a:r>
            <a:r>
              <a:rPr lang="es-MX" sz="16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</a:t>
            </a:r>
            <a:r>
              <a:rPr lang="es-MX" sz="16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dinámi</a:t>
            </a:r>
            <a:r>
              <a:rPr lang="es-MX" sz="16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6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sz="1600" b="1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</a:t>
            </a: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primero las excepciones.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</a:t>
            </a:r>
            <a:r>
              <a:rPr lang="es-ES_tradnl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</a:t>
            </a:r>
            <a:r>
              <a:rPr lang="es-ES_tradnl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s-ES_tradnl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RFrontera</a:t>
            </a:r>
            <a:r>
              <a:rPr lang="es-ES_tradnl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45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7 CuadroTexto"/>
          <p:cNvSpPr txBox="1">
            <a:spLocks noChangeArrowheads="1"/>
          </p:cNvSpPr>
          <p:nvPr/>
        </p:nvSpPr>
        <p:spPr bwMode="auto">
          <a:xfrm>
            <a:off x="1828800" y="1143000"/>
            <a:ext cx="8891160" cy="5113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Excluir las direcciones estáticas del pool de DHCP.</a:t>
            </a:r>
          </a:p>
          <a:p>
            <a:pPr lvl="1">
              <a:lnSpc>
                <a:spcPct val="150000"/>
              </a:lnSpc>
            </a:pP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dhcp excluded-address </a:t>
            </a: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Dir_IP_Inicial Dir_IP_Final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Crear y nombrar el pool de DHCP</a:t>
            </a:r>
          </a:p>
          <a:p>
            <a:pPr lvl="1">
              <a:lnSpc>
                <a:spcPct val="150000"/>
              </a:lnSpc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pool</a:t>
            </a:r>
            <a:r>
              <a:rPr lang="es-MX"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NombrePool</a:t>
            </a:r>
            <a:endParaRPr lang="es-MX" sz="20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Definir un </a:t>
            </a:r>
            <a:r>
              <a:rPr lang="es-MX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 de direcciones dinámicas </a:t>
            </a: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serán asignadas cuando sean solicitadas. Definir la red y máscara que utilizará el pool</a:t>
            </a:r>
          </a:p>
          <a:p>
            <a:pPr lvl="1">
              <a:lnSpc>
                <a:spcPct val="150000"/>
              </a:lnSpc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de red Máscara de subred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Establecer la  puerta de enlace predeterminada (Default Gateway):</a:t>
            </a:r>
          </a:p>
          <a:p>
            <a:pPr lvl="1">
              <a:lnSpc>
                <a:spcPct val="150000"/>
              </a:lnSpc>
            </a:pP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default-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</a:t>
            </a:r>
            <a:r>
              <a:rPr lang="es-MX"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dirIP</a:t>
            </a:r>
            <a:endParaRPr lang="es-MX" sz="20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Establecer el servidor DNS</a:t>
            </a:r>
          </a:p>
          <a:p>
            <a:pPr lvl="1">
              <a:lnSpc>
                <a:spcPct val="150000"/>
              </a:lnSpc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-server </a:t>
            </a:r>
            <a:r>
              <a:rPr lang="es-MX" sz="20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dirIP</a:t>
            </a: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-Server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97F0DA7-62A2-2E36-5957-87FC0F1D339A}"/>
              </a:ext>
            </a:extLst>
          </p:cNvPr>
          <p:cNvSpPr txBox="1"/>
          <p:nvPr/>
        </p:nvSpPr>
        <p:spPr>
          <a:xfrm>
            <a:off x="2667000" y="266581"/>
            <a:ext cx="6400800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del servicio de DHCP</a:t>
            </a:r>
          </a:p>
          <a:p>
            <a:pPr marL="12700" algn="ctr"/>
            <a:r>
              <a:rPr lang="es-ES" sz="2000" spc="-25" dirty="0">
                <a:cs typeface="Calibri"/>
              </a:rPr>
              <a:t>Ruteador</a:t>
            </a:r>
            <a:endParaRPr lang="es-ES"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009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395C3-D786-CC17-9D8D-75C603082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1CF1378-0554-A4A7-589F-EEF3CC7C54F4}"/>
              </a:ext>
            </a:extLst>
          </p:cNvPr>
          <p:cNvSpPr txBox="1"/>
          <p:nvPr/>
        </p:nvSpPr>
        <p:spPr>
          <a:xfrm>
            <a:off x="914400" y="1031788"/>
            <a:ext cx="1120140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la IP, máscara de subred, default-</a:t>
            </a:r>
            <a:r>
              <a:rPr lang="es-ES_tradnl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_tradnl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server del servidor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pisos.com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CC17F25-AD52-5B43-1BC2-1A2752940F32}"/>
              </a:ext>
            </a:extLst>
          </p:cNvPr>
          <p:cNvSpPr txBox="1">
            <a:spLocks noChangeArrowheads="1"/>
          </p:cNvSpPr>
          <p:nvPr/>
        </p:nvSpPr>
        <p:spPr>
          <a:xfrm>
            <a:off x="1447800" y="0"/>
            <a:ext cx="8892480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servidor</a:t>
            </a:r>
          </a:p>
          <a:p>
            <a:pPr>
              <a:defRPr/>
            </a:pPr>
            <a:r>
              <a:rPr lang="es-ES_tradnl" sz="2000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pisos.com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EF09992-1C91-E91E-2535-277F86918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00200"/>
            <a:ext cx="8771371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110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7800" y="0"/>
            <a:ext cx="8892480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rutas estáticas</a:t>
            </a:r>
          </a:p>
          <a:p>
            <a:pPr>
              <a:defRPr/>
            </a:pPr>
            <a:r>
              <a:rPr lang="es-ES_tradnl" sz="2000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Ruteador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99F20F-671A-41D1-8D5A-1D575E79056A}"/>
              </a:ext>
            </a:extLst>
          </p:cNvPr>
          <p:cNvSpPr txBox="1"/>
          <p:nvPr/>
        </p:nvSpPr>
        <p:spPr>
          <a:xfrm>
            <a:off x="914400" y="1031788"/>
            <a:ext cx="1120140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en el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las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rutas estáticas 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necesarias para conectar el tráfico de Internet con la red local.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46160E4-5CC8-7D09-F090-FDCA5E605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600200"/>
            <a:ext cx="9144000" cy="500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71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906EA-3FD8-BC6B-B44F-690A2D321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0D0D8C4C-BA8C-E03A-58F2-74217EE3D989}"/>
              </a:ext>
            </a:extLst>
          </p:cNvPr>
          <p:cNvSpPr txBox="1">
            <a:spLocks noChangeArrowheads="1"/>
          </p:cNvSpPr>
          <p:nvPr/>
        </p:nvSpPr>
        <p:spPr>
          <a:xfrm>
            <a:off x="1447800" y="76200"/>
            <a:ext cx="8892480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rutas por default</a:t>
            </a:r>
          </a:p>
          <a:p>
            <a:pPr>
              <a:defRPr/>
            </a:pPr>
            <a:r>
              <a:rPr lang="es-ES_tradnl" sz="2000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Ruteador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32C4F6B-00BD-7F4E-783C-06A5B2767BB9}"/>
              </a:ext>
            </a:extLst>
          </p:cNvPr>
          <p:cNvSpPr txBox="1"/>
          <p:nvPr/>
        </p:nvSpPr>
        <p:spPr>
          <a:xfrm>
            <a:off x="800100" y="1184189"/>
            <a:ext cx="1120140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sz="1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s-E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stablecer </a:t>
            </a:r>
            <a:r>
              <a:rPr lang="es-ES" sz="1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</a:t>
            </a:r>
            <a:r>
              <a:rPr lang="es-ES" sz="16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RFrontera</a:t>
            </a:r>
            <a:r>
              <a:rPr lang="es-ES" sz="1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una</a:t>
            </a:r>
            <a:r>
              <a:rPr lang="es-ES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ruta por default </a:t>
            </a:r>
            <a:r>
              <a:rPr lang="es-E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se encargue de sacar el tráfico a </a:t>
            </a:r>
            <a:r>
              <a:rPr lang="es-ES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Internet.</a:t>
            </a:r>
            <a:r>
              <a:rPr lang="es-E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s-ES_tradnl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FFC4F27-20F4-8E05-4A4B-2A40BDE95186}"/>
              </a:ext>
            </a:extLst>
          </p:cNvPr>
          <p:cNvSpPr txBox="1"/>
          <p:nvPr/>
        </p:nvSpPr>
        <p:spPr>
          <a:xfrm>
            <a:off x="831476" y="1597356"/>
            <a:ext cx="10744200" cy="775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Cuando definimos </a:t>
            </a:r>
            <a:r>
              <a:rPr lang="es-ES" sz="14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nuestra interface de salida (s0/0/1)</a:t>
            </a: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tenemos una</a:t>
            </a:r>
            <a:r>
              <a:rPr lang="es-ES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ruta por default directamente conectada</a:t>
            </a:r>
            <a:endParaRPr lang="es-MX" sz="1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utilizamos la </a:t>
            </a:r>
            <a:r>
              <a:rPr lang="es-ES" sz="14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dirección IP del siguiente router</a:t>
            </a: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tenemos una </a:t>
            </a:r>
            <a:r>
              <a:rPr lang="es-ES" sz="1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ruta por default recursiva. </a:t>
            </a:r>
            <a:endParaRPr lang="es-ES_tradnl" sz="1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56AE580-ECB0-3C51-DAE9-B0912D8B7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2514600"/>
            <a:ext cx="7543800" cy="412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64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54668"/>
            <a:ext cx="9448800" cy="1677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Pasos para configurar las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VLANs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en el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Crear la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base de datos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 las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VLANs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Asignar los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puertos de acceso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del switch a la VLAN correspondiente.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Definir el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puerto troncal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(puerto por el que va a salir el tráfico de las distintas VLANs). </a:t>
            </a:r>
            <a:endParaRPr lang="es-MX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4E578D-7BAF-4681-BF75-AC5FE3AD8971}"/>
              </a:ext>
            </a:extLst>
          </p:cNvPr>
          <p:cNvSpPr txBox="1"/>
          <p:nvPr/>
        </p:nvSpPr>
        <p:spPr>
          <a:xfrm>
            <a:off x="834271" y="2923903"/>
            <a:ext cx="838200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Las subredes y los puertos del switch han sido divididos de la siguiente forma:</a:t>
            </a:r>
            <a:endParaRPr lang="es-ES" sz="16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967D43-4562-4C9A-BFA7-1485C888EFE6}"/>
              </a:ext>
            </a:extLst>
          </p:cNvPr>
          <p:cNvSpPr txBox="1"/>
          <p:nvPr/>
        </p:nvSpPr>
        <p:spPr>
          <a:xfrm>
            <a:off x="829558" y="5703332"/>
            <a:ext cx="612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vlan 1 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que es la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nativa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está creada siempre por default.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es-MX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5DA73BA-9C18-4089-BD14-C3684A905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004092"/>
              </p:ext>
            </p:extLst>
          </p:nvPr>
        </p:nvGraphicFramePr>
        <p:xfrm>
          <a:off x="952499" y="3630221"/>
          <a:ext cx="8610601" cy="182276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477293">
                  <a:extLst>
                    <a:ext uri="{9D8B030D-6E8A-4147-A177-3AD203B41FA5}">
                      <a16:colId xmlns:a16="http://schemas.microsoft.com/office/drawing/2014/main" val="3615906484"/>
                    </a:ext>
                  </a:extLst>
                </a:gridCol>
                <a:gridCol w="885544">
                  <a:extLst>
                    <a:ext uri="{9D8B030D-6E8A-4147-A177-3AD203B41FA5}">
                      <a16:colId xmlns:a16="http://schemas.microsoft.com/office/drawing/2014/main" val="56571631"/>
                    </a:ext>
                  </a:extLst>
                </a:gridCol>
                <a:gridCol w="1790064">
                  <a:extLst>
                    <a:ext uri="{9D8B030D-6E8A-4147-A177-3AD203B41FA5}">
                      <a16:colId xmlns:a16="http://schemas.microsoft.com/office/drawing/2014/main" val="1977572645"/>
                    </a:ext>
                  </a:extLst>
                </a:gridCol>
                <a:gridCol w="2125237">
                  <a:extLst>
                    <a:ext uri="{9D8B030D-6E8A-4147-A177-3AD203B41FA5}">
                      <a16:colId xmlns:a16="http://schemas.microsoft.com/office/drawing/2014/main" val="912248757"/>
                    </a:ext>
                  </a:extLst>
                </a:gridCol>
                <a:gridCol w="2332463">
                  <a:extLst>
                    <a:ext uri="{9D8B030D-6E8A-4147-A177-3AD203B41FA5}">
                      <a16:colId xmlns:a16="http://schemas.microsoft.com/office/drawing/2014/main" val="445826148"/>
                    </a:ext>
                  </a:extLst>
                </a:gridCol>
              </a:tblGrid>
              <a:tr h="369886">
                <a:tc>
                  <a:txBody>
                    <a:bodyPr/>
                    <a:lstStyle/>
                    <a:p>
                      <a:pPr marL="1905"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Segmento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VLAN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Puertos</a:t>
                      </a:r>
                      <a:r>
                        <a:rPr lang="es-MX" sz="1400" spc="12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asignados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Dirección de 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Máscara</a:t>
                      </a: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</a:t>
                      </a:r>
                      <a:r>
                        <a:rPr lang="es-MX" sz="1400" spc="1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1022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Management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F0/1-6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193.168.1.128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255.255.255.240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077248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F0/7-19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193.168.1.0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255.255.255.128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31252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F0/20-24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193.168.1.144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255.255.255.248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322335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Native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aplica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marR="0" lvl="0" indent="0" algn="ctr" defTabSz="91440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193.168.1.152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255.255.255.252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639124"/>
                  </a:ext>
                </a:extLst>
              </a:tr>
            </a:tbl>
          </a:graphicData>
        </a:graphic>
      </p:graphicFrame>
      <p:sp>
        <p:nvSpPr>
          <p:cNvPr id="3" name="object 2">
            <a:extLst>
              <a:ext uri="{FF2B5EF4-FFF2-40B4-BE49-F238E27FC236}">
                <a16:creationId xmlns:a16="http://schemas.microsoft.com/office/drawing/2014/main" id="{971A254D-C5FF-A9A5-062C-50421163077C}"/>
              </a:ext>
            </a:extLst>
          </p:cNvPr>
          <p:cNvSpPr txBox="1"/>
          <p:nvPr/>
        </p:nvSpPr>
        <p:spPr>
          <a:xfrm>
            <a:off x="3276600" y="160126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Switch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666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3772" y="381000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 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Comandos para el Switch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7 CuadroTexto">
            <a:extLst>
              <a:ext uri="{FF2B5EF4-FFF2-40B4-BE49-F238E27FC236}">
                <a16:creationId xmlns:a16="http://schemas.microsoft.com/office/drawing/2014/main" id="{6003FC0E-25B6-447D-86B1-50C83DB3D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64602"/>
            <a:ext cx="6248400" cy="3447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Creación de las VLANs con nombre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vlan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VID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NombreVLAN-asociadaVID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exit</a:t>
            </a:r>
          </a:p>
          <a:p>
            <a:pPr>
              <a:lnSpc>
                <a:spcPct val="150000"/>
              </a:lnSpc>
            </a:pP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Asignación de los </a:t>
            </a:r>
            <a:r>
              <a:rPr lang="es-ES" sz="1600" b="1" u="sng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puertos de acceso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cada VLAN  VID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interface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Nombre_Interfaz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switchport mode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switchport access vlan 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VID</a:t>
            </a:r>
            <a:endParaRPr lang="es-MX" sz="1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7 CuadroTexto">
            <a:extLst>
              <a:ext uri="{FF2B5EF4-FFF2-40B4-BE49-F238E27FC236}">
                <a16:creationId xmlns:a16="http://schemas.microsoft.com/office/drawing/2014/main" id="{7588CF2B-42DE-4476-B511-687DB7E19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3488205"/>
            <a:ext cx="3810000" cy="152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Definición del </a:t>
            </a:r>
            <a:r>
              <a:rPr lang="es-ES" sz="1600" b="1" u="sng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puerto troncal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interface 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Nombre_Interfaz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switchport mode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trunk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no shut</a:t>
            </a:r>
            <a:endParaRPr lang="es-MX" sz="1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38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0" y="266581"/>
            <a:ext cx="9103310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la VLAN1 de </a:t>
            </a:r>
            <a:r>
              <a:rPr lang="es-ES" sz="3200" b="1" spc="-25" dirty="0" err="1">
                <a:latin typeface="Calibri"/>
                <a:cs typeface="Calibri"/>
              </a:rPr>
              <a:t>SCompany</a:t>
            </a:r>
            <a:endParaRPr lang="es-ES" sz="3200" b="1" spc="-25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Switch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33310D8-FB16-4469-B58E-2A51729588EE}"/>
              </a:ext>
            </a:extLst>
          </p:cNvPr>
          <p:cNvSpPr txBox="1"/>
          <p:nvPr/>
        </p:nvSpPr>
        <p:spPr>
          <a:xfrm>
            <a:off x="906816" y="1317467"/>
            <a:ext cx="10378365" cy="324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72390" lvl="0" algn="just">
              <a:lnSpc>
                <a:spcPts val="1800"/>
              </a:lnSpc>
              <a:spcAft>
                <a:spcPts val="0"/>
              </a:spcAft>
              <a:tabLst>
                <a:tab pos="457835" algn="l"/>
              </a:tabLs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Configurar</a:t>
            </a:r>
            <a:r>
              <a:rPr lang="es-MX" sz="1800" spc="9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800" spc="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</a:t>
            </a:r>
            <a:r>
              <a:rPr lang="es-MX" sz="1800" spc="9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VLAN1 </a:t>
            </a: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 switch </a:t>
            </a: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SCompany</a:t>
            </a:r>
            <a:r>
              <a:rPr lang="es-MX" sz="1800" b="1" spc="25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8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</a:t>
            </a: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 primera </a:t>
            </a: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IP de la subred</a:t>
            </a:r>
            <a:r>
              <a:rPr lang="es-MX" sz="1800" spc="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s-MX" sz="1800" spc="-1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8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</a:t>
            </a:r>
            <a:r>
              <a:rPr lang="es-MX" sz="1800" spc="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default </a:t>
            </a:r>
            <a:r>
              <a:rPr lang="es-MX" sz="1800" b="1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Gateway</a:t>
            </a:r>
            <a:r>
              <a:rPr lang="es-MX" sz="18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2C8A6F-F45B-FDCA-D51D-3B65712ED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484" y="1865438"/>
            <a:ext cx="8635031" cy="472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39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56250915-8653-4CAC-B01C-81818B6BAF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0" y="1294041"/>
            <a:ext cx="2895600" cy="2173059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24000" y="76200"/>
            <a:ext cx="8892480" cy="6858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Pruebas de conectividad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6073C0-7C9A-64B9-ED41-54F068803B91}"/>
              </a:ext>
            </a:extLst>
          </p:cNvPr>
          <p:cNvSpPr txBox="1"/>
          <p:nvPr/>
        </p:nvSpPr>
        <p:spPr>
          <a:xfrm>
            <a:off x="826740" y="842431"/>
            <a:ext cx="8393460" cy="570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MX" dirty="0"/>
              <a:t>Al terminar la configuración realiza las siguientes pruebas de conectividad:</a:t>
            </a:r>
          </a:p>
          <a:p>
            <a:r>
              <a:rPr lang="es-MX" b="1" dirty="0">
                <a:solidFill>
                  <a:srgbClr val="FF0000"/>
                </a:solidFill>
              </a:rPr>
              <a:t>Pruebas de conectividad interna:</a:t>
            </a:r>
          </a:p>
          <a:p>
            <a:r>
              <a:rPr lang="es-MX" b="1" dirty="0"/>
              <a:t>De                     Hacia	 Dirección IP	Ping </a:t>
            </a:r>
            <a:r>
              <a:rPr lang="es-MX" b="1" dirty="0" err="1"/>
              <a:t>results</a:t>
            </a:r>
            <a:r>
              <a:rPr lang="es-MX" b="1" dirty="0"/>
              <a:t> (</a:t>
            </a:r>
            <a:r>
              <a:rPr lang="es-MX" b="1" dirty="0" err="1"/>
              <a:t>Fail</a:t>
            </a:r>
            <a:r>
              <a:rPr lang="es-MX" b="1" dirty="0"/>
              <a:t> / </a:t>
            </a:r>
            <a:r>
              <a:rPr lang="es-MX" b="1" dirty="0" err="1"/>
              <a:t>Success</a:t>
            </a:r>
            <a:r>
              <a:rPr lang="es-MX" b="1" dirty="0"/>
              <a:t>)</a:t>
            </a:r>
          </a:p>
          <a:p>
            <a:r>
              <a:rPr lang="es-MX" dirty="0"/>
              <a:t>PVenta1            Manager</a:t>
            </a:r>
          </a:p>
          <a:p>
            <a:r>
              <a:rPr lang="es-MX" dirty="0"/>
              <a:t>User01              User02</a:t>
            </a:r>
          </a:p>
          <a:p>
            <a:r>
              <a:rPr lang="es-MX" dirty="0"/>
              <a:t>Printer1            pisos.com         193.168.1.145</a:t>
            </a:r>
          </a:p>
          <a:p>
            <a:r>
              <a:rPr lang="es-MX" dirty="0"/>
              <a:t>PVenta1            User01</a:t>
            </a:r>
          </a:p>
          <a:p>
            <a:r>
              <a:rPr lang="es-MX" dirty="0"/>
              <a:t>PVenta1            Printer1</a:t>
            </a:r>
          </a:p>
          <a:p>
            <a:r>
              <a:rPr lang="es-MX" dirty="0"/>
              <a:t>PVenta1            </a:t>
            </a:r>
            <a:r>
              <a:rPr lang="es-MX" dirty="0" err="1"/>
              <a:t>SCompany</a:t>
            </a:r>
            <a:r>
              <a:rPr lang="es-MX" dirty="0"/>
              <a:t>        193.168.1.153</a:t>
            </a:r>
          </a:p>
          <a:p>
            <a:r>
              <a:rPr lang="es-MX" dirty="0"/>
              <a:t> </a:t>
            </a:r>
          </a:p>
          <a:p>
            <a:r>
              <a:rPr lang="es-MX" b="1" dirty="0">
                <a:solidFill>
                  <a:srgbClr val="FF0000"/>
                </a:solidFill>
              </a:rPr>
              <a:t>Pruebas de conectividad externa:</a:t>
            </a:r>
          </a:p>
          <a:p>
            <a:r>
              <a:rPr lang="es-MX" b="1" dirty="0"/>
              <a:t>De                     Hacia	Dirección IP	Web browser </a:t>
            </a:r>
            <a:r>
              <a:rPr lang="es-MX" b="1" dirty="0" err="1"/>
              <a:t>results</a:t>
            </a:r>
            <a:r>
              <a:rPr lang="es-MX" b="1" dirty="0"/>
              <a:t> (</a:t>
            </a:r>
            <a:r>
              <a:rPr lang="es-MX" b="1" dirty="0" err="1"/>
              <a:t>Fail</a:t>
            </a:r>
            <a:r>
              <a:rPr lang="es-MX" b="1" dirty="0"/>
              <a:t> / </a:t>
            </a:r>
            <a:r>
              <a:rPr lang="es-MX" b="1" dirty="0" err="1"/>
              <a:t>Success</a:t>
            </a:r>
            <a:r>
              <a:rPr lang="es-MX" b="1" dirty="0"/>
              <a:t>)</a:t>
            </a:r>
          </a:p>
          <a:p>
            <a:r>
              <a:rPr lang="es-MX" dirty="0"/>
              <a:t>PVenta1	        CNN.com	151.101.193.65	</a:t>
            </a:r>
          </a:p>
          <a:p>
            <a:r>
              <a:rPr lang="es-MX" dirty="0"/>
              <a:t>User01	        CNN.com	151.101.193.65 	</a:t>
            </a:r>
          </a:p>
          <a:p>
            <a:r>
              <a:rPr lang="es-MX" dirty="0"/>
              <a:t>pisos.com        CNN.com	151.101.193.65</a:t>
            </a:r>
          </a:p>
          <a:p>
            <a:r>
              <a:rPr lang="es-MX" dirty="0"/>
              <a:t>CNN.com         pisos.com         193.168.1.145</a:t>
            </a:r>
          </a:p>
          <a:p>
            <a:endParaRPr lang="es-MX" dirty="0"/>
          </a:p>
          <a:p>
            <a:r>
              <a:rPr lang="es-MX" b="1" dirty="0">
                <a:solidFill>
                  <a:srgbClr val="FF0000"/>
                </a:solidFill>
              </a:rPr>
              <a:t>Pruebas por acceso remoto:</a:t>
            </a:r>
          </a:p>
          <a:p>
            <a:r>
              <a:rPr lang="es-MX" b="1" dirty="0"/>
              <a:t>De                     Hacia	Dirección IP	telnet </a:t>
            </a:r>
            <a:r>
              <a:rPr lang="es-MX" b="1" dirty="0" err="1"/>
              <a:t>results</a:t>
            </a:r>
            <a:r>
              <a:rPr lang="es-MX" b="1" dirty="0"/>
              <a:t> (</a:t>
            </a:r>
            <a:r>
              <a:rPr lang="es-MX" b="1" dirty="0" err="1"/>
              <a:t>Fail</a:t>
            </a:r>
            <a:r>
              <a:rPr lang="es-MX" b="1" dirty="0"/>
              <a:t> / </a:t>
            </a:r>
            <a:r>
              <a:rPr lang="es-MX" b="1" dirty="0" err="1"/>
              <a:t>Success</a:t>
            </a:r>
            <a:r>
              <a:rPr lang="es-MX" b="1" dirty="0"/>
              <a:t>)</a:t>
            </a:r>
          </a:p>
          <a:p>
            <a:r>
              <a:rPr lang="es-MX" dirty="0"/>
              <a:t>CNN.com         </a:t>
            </a:r>
            <a:r>
              <a:rPr lang="es-MX" dirty="0" err="1"/>
              <a:t>SCompany</a:t>
            </a:r>
            <a:r>
              <a:rPr lang="es-MX" dirty="0"/>
              <a:t>         193.168.1.153</a:t>
            </a:r>
          </a:p>
        </p:txBody>
      </p:sp>
    </p:spTree>
    <p:extLst>
      <p:ext uri="{BB962C8B-B14F-4D97-AF65-F5344CB8AC3E}">
        <p14:creationId xmlns:p14="http://schemas.microsoft.com/office/powerpoint/2010/main" val="2900857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871EE-F098-8474-4C9F-0EE5D0974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181D16-D8F6-9783-A7F2-27874FF6EFA3}"/>
              </a:ext>
            </a:extLst>
          </p:cNvPr>
          <p:cNvSpPr txBox="1"/>
          <p:nvPr/>
        </p:nvSpPr>
        <p:spPr>
          <a:xfrm>
            <a:off x="990600" y="914400"/>
            <a:ext cx="10363200" cy="5596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594360" algn="l"/>
                <a:tab pos="449580" algn="l"/>
              </a:tabLst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Configurar el nombre de dominio: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pisos.com</a:t>
            </a:r>
            <a:endParaRPr lang="es-ES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594360" algn="l"/>
                <a:tab pos="449580" algn="l"/>
              </a:tabLst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Configurar el método de la clave de cifrado: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rsa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1024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bits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  <a:tabLst>
                <a:tab pos="594360" algn="l"/>
                <a:tab pos="449580" algn="l"/>
              </a:tabLst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Configurar un nombre de usuario y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de la base de datos local con un nivel de privilegio 15, que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otorga derechos de administrador al usuario.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94360" algn="l"/>
                <a:tab pos="449580" algn="l"/>
              </a:tabLst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Nombre :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administrador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94360" algn="l"/>
                <a:tab pos="449580" algn="l"/>
              </a:tabLst>
            </a:pP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secretpass</a:t>
            </a:r>
            <a:endParaRPr lang="es-MX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tabLst>
                <a:tab pos="594360" algn="l"/>
                <a:tab pos="449580" algn="l"/>
              </a:tabLst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Habilitar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SSH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en las líneas VTY 0 15 mediante el comando 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input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y cambie el método de inicio de sesión para utilizar la base de datos local para la verificación del usuario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tabLst>
                <a:tab pos="594360" algn="l"/>
                <a:tab pos="449580" algn="l"/>
              </a:tabLst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Establecer una conexión SSH con el switch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SCompany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Acceda remotamente a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SCompany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desde el servidor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CNN.com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con el comando SSH.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Use el nombre de usuario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administrador</a:t>
            </a:r>
            <a:r>
              <a:rPr lang="es-MX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y la contraseña </a:t>
            </a:r>
            <a:r>
              <a:rPr lang="es-MX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secretpass</a:t>
            </a:r>
            <a:r>
              <a:rPr lang="es-MX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En la línea de comandos (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Command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 del servidor, utiliza el siguiente comando: </a:t>
            </a:r>
          </a:p>
          <a:p>
            <a:pPr lvl="2">
              <a:lnSpc>
                <a:spcPct val="150000"/>
              </a:lnSpc>
              <a:tabLst>
                <a:tab pos="593725" algn="l"/>
                <a:tab pos="449263" algn="l"/>
                <a:tab pos="2058988" algn="l"/>
              </a:tabLst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ssh –l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administrador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193.168.1.153</a:t>
            </a: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B77C13E-D479-FACE-F2A6-56763E1120B8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-22412"/>
            <a:ext cx="8892480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del switch para acceso por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ssh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75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4473</TotalTime>
  <Words>1154</Words>
  <Application>Microsoft Office PowerPoint</Application>
  <PresentationFormat>Panorámica</PresentationFormat>
  <Paragraphs>152</Paragraphs>
  <Slides>16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Calibri</vt:lpstr>
      <vt:lpstr>Courier New</vt:lpstr>
      <vt:lpstr>Dom Casual</vt:lpstr>
      <vt:lpstr>Symbol</vt:lpstr>
      <vt:lpstr>Office Theme</vt:lpstr>
      <vt:lpstr>TC 2006B  Interconexión de dispositivos</vt:lpstr>
      <vt:lpstr>Caso “Pisos y más”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José Oscar Hernández Pérez</dc:creator>
  <cp:lastModifiedBy>Lizethe Pérez Fuertes</cp:lastModifiedBy>
  <cp:revision>117</cp:revision>
  <cp:lastPrinted>2023-11-21T15:56:19Z</cp:lastPrinted>
  <dcterms:created xsi:type="dcterms:W3CDTF">2021-02-01T12:33:05Z</dcterms:created>
  <dcterms:modified xsi:type="dcterms:W3CDTF">2026-07-17T20:12:14Z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2020-11-04T00:00:00Z</vt:filetime>
  </property>
  <property fmtid="{D5CDD505-2E9C-101B-9397-08002B2CF9AE}" pid="3" name="LastSaved">
    <vt:filetime>2021-02-01T00:00:00Z</vt:filetime>
  </property>
</Properties>
</file>